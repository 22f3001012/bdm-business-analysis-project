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1" r:id="rId1"/>
    <p:sldMasterId id="2147483741" r:id="rId2"/>
  </p:sldMasterIdLst>
  <p:sldIdLst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01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F42E324-B3F9-BA8B-E636-0DB5DCF6B8A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5127625" cy="6857996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/>
            </a:lvl1pPr>
          </a:lstStyle>
          <a:p>
            <a:pPr marL="0" lvl="0" indent="0">
              <a:buNone/>
            </a:pPr>
            <a:endParaRPr lang="en-US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77A702D9-F0D6-6E51-C7A3-A37F4F89B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04625" y="219869"/>
            <a:ext cx="373155" cy="364331"/>
          </a:xfrm>
          <a:prstGeom prst="rect">
            <a:avLst/>
          </a:prstGeom>
        </p:spPr>
        <p:txBody>
          <a:bodyPr/>
          <a:lstStyle/>
          <a:p>
            <a:fld id="{B4E73946-9152-2148-B286-BEF1B04A819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F5B50CE-7411-9DF7-D5E1-A3E206F8C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1285874"/>
            <a:ext cx="5508625" cy="3407337"/>
          </a:xfrm>
        </p:spPr>
        <p:txBody>
          <a:bodyPr anchor="b">
            <a:noAutofit/>
          </a:bodyPr>
          <a:lstStyle>
            <a:lvl1pPr>
              <a:defRPr sz="5400" b="0">
                <a:latin typeface="+mj-lt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DF0E4240-FCE5-B1CB-F0A1-3CC878A24B0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96000" y="4784326"/>
            <a:ext cx="5508625" cy="787800"/>
          </a:xfrm>
        </p:spPr>
        <p:txBody>
          <a:bodyPr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722411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9848">
          <p15:clr>
            <a:srgbClr val="FBAE40"/>
          </p15:clr>
        </p15:guide>
        <p15:guide id="4" orient="horz" pos="542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01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A8CDC8F-EBCC-371F-A83A-69244C209993}"/>
              </a:ext>
            </a:extLst>
          </p:cNvPr>
          <p:cNvSpPr/>
          <p:nvPr userDrawn="1"/>
        </p:nvSpPr>
        <p:spPr>
          <a:xfrm>
            <a:off x="587376" y="584200"/>
            <a:ext cx="11017249" cy="5397500"/>
          </a:xfrm>
          <a:prstGeom prst="rect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pPr lvl="0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77A702D9-F0D6-6E51-C7A3-A37F4F89B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04625" y="219869"/>
            <a:ext cx="373155" cy="364331"/>
          </a:xfrm>
          <a:prstGeom prst="rect">
            <a:avLst/>
          </a:prstGeom>
        </p:spPr>
        <p:txBody>
          <a:bodyPr/>
          <a:lstStyle/>
          <a:p>
            <a:fld id="{B4E73946-9152-2148-B286-BEF1B04A819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F5B50CE-7411-9DF7-D5E1-A3E206F8C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8100" y="1141095"/>
            <a:ext cx="9575802" cy="2521511"/>
          </a:xfrm>
        </p:spPr>
        <p:txBody>
          <a:bodyPr anchor="b">
            <a:noAutofit/>
          </a:bodyPr>
          <a:lstStyle>
            <a:lvl1pPr algn="ctr">
              <a:defRPr sz="5400" b="0">
                <a:latin typeface="+mj-lt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DF0E4240-FCE5-B1CB-F0A1-3CC878A24B0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308100" y="3753721"/>
            <a:ext cx="9575802" cy="1064024"/>
          </a:xfrm>
        </p:spPr>
        <p:txBody>
          <a:bodyPr anchor="t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193689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9848">
          <p15:clr>
            <a:srgbClr val="FBAE40"/>
          </p15:clr>
        </p15:guide>
        <p15:guide id="4" orient="horz" pos="542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01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77A702D9-F0D6-6E51-C7A3-A37F4F89B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04625" y="219869"/>
            <a:ext cx="373155" cy="364331"/>
          </a:xfrm>
          <a:prstGeom prst="rect">
            <a:avLst/>
          </a:prstGeom>
        </p:spPr>
        <p:txBody>
          <a:bodyPr/>
          <a:lstStyle/>
          <a:p>
            <a:fld id="{B4E73946-9152-2148-B286-BEF1B04A819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F5B50CE-7411-9DF7-D5E1-A3E206F8C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6" y="984885"/>
            <a:ext cx="9480549" cy="2692961"/>
          </a:xfrm>
        </p:spPr>
        <p:txBody>
          <a:bodyPr anchor="b">
            <a:noAutofit/>
          </a:bodyPr>
          <a:lstStyle>
            <a:lvl1pPr algn="l">
              <a:defRPr sz="5400" b="0">
                <a:latin typeface="+mj-lt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DF0E4240-FCE5-B1CB-F0A1-3CC878A24B0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7376" y="3768961"/>
            <a:ext cx="9480549" cy="1064024"/>
          </a:xfrm>
        </p:spPr>
        <p:txBody>
          <a:bodyPr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1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Line">
            <a:extLst>
              <a:ext uri="{FF2B5EF4-FFF2-40B4-BE49-F238E27FC236}">
                <a16:creationId xmlns:a16="http://schemas.microsoft.com/office/drawing/2014/main" id="{7A19E8BE-47C2-34D2-2AC5-50FA401FA6AE}"/>
              </a:ext>
            </a:extLst>
          </p:cNvPr>
          <p:cNvSpPr/>
          <p:nvPr userDrawn="1"/>
        </p:nvSpPr>
        <p:spPr>
          <a:xfrm>
            <a:off x="587376" y="3723404"/>
            <a:ext cx="9480550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endParaRPr sz="1350"/>
          </a:p>
        </p:txBody>
      </p:sp>
    </p:spTree>
    <p:extLst>
      <p:ext uri="{BB962C8B-B14F-4D97-AF65-F5344CB8AC3E}">
        <p14:creationId xmlns:p14="http://schemas.microsoft.com/office/powerpoint/2010/main" val="6613670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9848">
          <p15:clr>
            <a:srgbClr val="FBAE40"/>
          </p15:clr>
        </p15:guide>
        <p15:guide id="4" orient="horz" pos="542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S02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F42E324-B3F9-BA8B-E636-0DB5DCF6B8A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4079875" cy="6857996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/>
            </a:lvl1pPr>
          </a:lstStyle>
          <a:p>
            <a:pPr marL="0" lvl="0" indent="0">
              <a:buNone/>
            </a:pPr>
            <a:endParaRPr lang="en-US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77A702D9-F0D6-6E51-C7A3-A37F4F89B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04625" y="219869"/>
            <a:ext cx="373155" cy="364331"/>
          </a:xfrm>
          <a:prstGeom prst="rect">
            <a:avLst/>
          </a:prstGeom>
        </p:spPr>
        <p:txBody>
          <a:bodyPr/>
          <a:lstStyle/>
          <a:p>
            <a:fld id="{B4E73946-9152-2148-B286-BEF1B04A819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F5B50CE-7411-9DF7-D5E1-A3E206F8C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0876" y="1285874"/>
            <a:ext cx="7143750" cy="3407337"/>
          </a:xfrm>
        </p:spPr>
        <p:txBody>
          <a:bodyPr anchor="b">
            <a:noAutofit/>
          </a:bodyPr>
          <a:lstStyle>
            <a:lvl1pPr>
              <a:defRPr sz="4400" b="0">
                <a:latin typeface="+mj-lt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DF0E4240-FCE5-B1CB-F0A1-3CC878A24B0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60876" y="4784326"/>
            <a:ext cx="7143750" cy="787800"/>
          </a:xfrm>
        </p:spPr>
        <p:txBody>
          <a:bodyPr anchor="t">
            <a:noAutofit/>
          </a:bodyPr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192741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9848">
          <p15:clr>
            <a:srgbClr val="FBAE40"/>
          </p15:clr>
        </p15:guide>
        <p15:guide id="4" orient="horz" pos="542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S02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77A702D9-F0D6-6E51-C7A3-A37F4F89B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04625" y="219869"/>
            <a:ext cx="373155" cy="364331"/>
          </a:xfrm>
          <a:prstGeom prst="rect">
            <a:avLst/>
          </a:prstGeom>
        </p:spPr>
        <p:txBody>
          <a:bodyPr/>
          <a:lstStyle/>
          <a:p>
            <a:fld id="{B4E73946-9152-2148-B286-BEF1B04A819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F5B50CE-7411-9DF7-D5E1-A3E206F8C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8533" y="1767840"/>
            <a:ext cx="9414936" cy="1861958"/>
          </a:xfrm>
        </p:spPr>
        <p:txBody>
          <a:bodyPr anchor="b">
            <a:noAutofit/>
          </a:bodyPr>
          <a:lstStyle>
            <a:lvl1pPr algn="ctr">
              <a:defRPr sz="4400" b="0">
                <a:latin typeface="+mj-lt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DF0E4240-FCE5-B1CB-F0A1-3CC878A24B0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388533" y="3720913"/>
            <a:ext cx="9414936" cy="787800"/>
          </a:xfrm>
        </p:spPr>
        <p:txBody>
          <a:bodyPr anchor="t">
            <a:no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1181D6F-925D-11AF-2C98-147D20F7345F}"/>
              </a:ext>
            </a:extLst>
          </p:cNvPr>
          <p:cNvSpPr/>
          <p:nvPr userDrawn="1"/>
        </p:nvSpPr>
        <p:spPr>
          <a:xfrm>
            <a:off x="1308099" y="1706880"/>
            <a:ext cx="9575804" cy="1980168"/>
          </a:xfrm>
          <a:prstGeom prst="rect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pPr lvl="0"/>
            <a:endParaRPr lang="en-US" sz="135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48057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9848">
          <p15:clr>
            <a:srgbClr val="FBAE40"/>
          </p15:clr>
        </p15:guide>
        <p15:guide id="4" orient="horz" pos="542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S02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77A702D9-F0D6-6E51-C7A3-A37F4F89B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04625" y="219869"/>
            <a:ext cx="373155" cy="364331"/>
          </a:xfrm>
          <a:prstGeom prst="rect">
            <a:avLst/>
          </a:prstGeom>
        </p:spPr>
        <p:txBody>
          <a:bodyPr/>
          <a:lstStyle/>
          <a:p>
            <a:fld id="{B4E73946-9152-2148-B286-BEF1B04A819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F5B50CE-7411-9DF7-D5E1-A3E206F8C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8533" y="1767840"/>
            <a:ext cx="9414936" cy="1861958"/>
          </a:xfrm>
        </p:spPr>
        <p:txBody>
          <a:bodyPr anchor="b">
            <a:noAutofit/>
          </a:bodyPr>
          <a:lstStyle>
            <a:lvl1pPr algn="ctr">
              <a:defRPr sz="4400" b="0">
                <a:latin typeface="+mj-lt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DF0E4240-FCE5-B1CB-F0A1-3CC878A24B0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388533" y="3720913"/>
            <a:ext cx="9414936" cy="787800"/>
          </a:xfrm>
        </p:spPr>
        <p:txBody>
          <a:bodyPr anchor="t">
            <a:no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Line">
            <a:extLst>
              <a:ext uri="{FF2B5EF4-FFF2-40B4-BE49-F238E27FC236}">
                <a16:creationId xmlns:a16="http://schemas.microsoft.com/office/drawing/2014/main" id="{02958EE0-5C2B-9354-6BC1-3F5715D3E501}"/>
              </a:ext>
            </a:extLst>
          </p:cNvPr>
          <p:cNvSpPr/>
          <p:nvPr userDrawn="1"/>
        </p:nvSpPr>
        <p:spPr>
          <a:xfrm>
            <a:off x="5118100" y="3675356"/>
            <a:ext cx="1955801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endParaRPr sz="1350"/>
          </a:p>
        </p:txBody>
      </p:sp>
    </p:spTree>
    <p:extLst>
      <p:ext uri="{BB962C8B-B14F-4D97-AF65-F5344CB8AC3E}">
        <p14:creationId xmlns:p14="http://schemas.microsoft.com/office/powerpoint/2010/main" val="12089630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9848">
          <p15:clr>
            <a:srgbClr val="FBAE40"/>
          </p15:clr>
        </p15:guide>
        <p15:guide id="4" orient="horz" pos="542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03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FF1DBEE-BA8F-4618-BF57-BEEB95047B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516" y="219869"/>
            <a:ext cx="373155" cy="364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Line">
            <a:extLst>
              <a:ext uri="{FF2B5EF4-FFF2-40B4-BE49-F238E27FC236}">
                <a16:creationId xmlns:a16="http://schemas.microsoft.com/office/drawing/2014/main" id="{B6DF2F05-FD6A-291F-179A-BE2A76DF883B}"/>
              </a:ext>
            </a:extLst>
          </p:cNvPr>
          <p:cNvSpPr/>
          <p:nvPr userDrawn="1"/>
        </p:nvSpPr>
        <p:spPr>
          <a:xfrm>
            <a:off x="587375" y="5980775"/>
            <a:ext cx="11012343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endParaRPr sz="135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4E9220F-E5C9-CFB9-AA17-FDE8B4DC7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584201"/>
            <a:ext cx="11017250" cy="930274"/>
          </a:xfrm>
        </p:spPr>
        <p:txBody>
          <a:bodyPr wrap="square" anchor="t">
            <a:noAutofit/>
          </a:bodyPr>
          <a:lstStyle>
            <a:lvl1pPr>
              <a:defRPr sz="4400" b="0">
                <a:latin typeface="+mj-lt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6CEDCBA5-E29C-F317-A1C0-30907E0199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374" y="1786674"/>
            <a:ext cx="4498973" cy="626475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0AC4168D-DBA3-1038-A267-B5C3991018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7374" y="2885149"/>
            <a:ext cx="4498973" cy="626475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F87B46C0-64ED-A546-4708-0A59FB10134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87374" y="3983624"/>
            <a:ext cx="4498973" cy="626475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BAAB606B-9644-6972-2910-97E020CD9AB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87374" y="5082100"/>
            <a:ext cx="4498973" cy="626475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DF96B559-DDD5-C3D7-D7AB-8B85EFFCDCF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100745" y="1786674"/>
            <a:ext cx="4498973" cy="626475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42EE36C8-A9D5-2C5F-145D-1283212BAA4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100745" y="2885149"/>
            <a:ext cx="4498973" cy="626475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5DEA311-A086-03BF-9C5A-FAC97198BA0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100745" y="3983624"/>
            <a:ext cx="4498973" cy="626475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9222D379-4CBA-1530-BD95-FC018532A55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7100745" y="5082100"/>
            <a:ext cx="4498973" cy="626475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266594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9848">
          <p15:clr>
            <a:srgbClr val="FBAE40"/>
          </p15:clr>
        </p15:guide>
        <p15:guide id="4" orient="horz" pos="542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03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FF1DBEE-BA8F-4618-BF57-BEEB95047B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516" y="219869"/>
            <a:ext cx="373155" cy="364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Line">
            <a:extLst>
              <a:ext uri="{FF2B5EF4-FFF2-40B4-BE49-F238E27FC236}">
                <a16:creationId xmlns:a16="http://schemas.microsoft.com/office/drawing/2014/main" id="{B6DF2F05-FD6A-291F-179A-BE2A76DF883B}"/>
              </a:ext>
            </a:extLst>
          </p:cNvPr>
          <p:cNvSpPr/>
          <p:nvPr userDrawn="1"/>
        </p:nvSpPr>
        <p:spPr>
          <a:xfrm>
            <a:off x="587375" y="5980775"/>
            <a:ext cx="11012343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endParaRPr sz="135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4E9220F-E5C9-CFB9-AA17-FDE8B4DC7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584201"/>
            <a:ext cx="11017250" cy="930274"/>
          </a:xfrm>
        </p:spPr>
        <p:txBody>
          <a:bodyPr wrap="square" anchor="t">
            <a:noAutofit/>
          </a:bodyPr>
          <a:lstStyle>
            <a:lvl1pPr>
              <a:defRPr sz="4400" b="0">
                <a:latin typeface="+mj-lt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6CEDCBA5-E29C-F317-A1C0-30907E0199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1" y="1786674"/>
            <a:ext cx="5503718" cy="626475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0AC4168D-DBA3-1038-A267-B5C3991018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96001" y="2885149"/>
            <a:ext cx="5503718" cy="626475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F87B46C0-64ED-A546-4708-0A59FB10134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096001" y="3983624"/>
            <a:ext cx="5503718" cy="626475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BAAB606B-9644-6972-2910-97E020CD9AB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096001" y="5082100"/>
            <a:ext cx="5503718" cy="626475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93797374-5F30-18F8-BC16-299A9010910D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" y="1786674"/>
            <a:ext cx="5086350" cy="3921899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/>
            </a:lvl1pPr>
          </a:lstStyle>
          <a:p>
            <a:pPr marL="0" lv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5810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9848">
          <p15:clr>
            <a:srgbClr val="FBAE40"/>
          </p15:clr>
        </p15:guide>
        <p15:guide id="4" orient="horz" pos="5424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S04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FF1DBEE-BA8F-4618-BF57-BEEB95047B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516" y="219869"/>
            <a:ext cx="373155" cy="364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Line">
            <a:extLst>
              <a:ext uri="{FF2B5EF4-FFF2-40B4-BE49-F238E27FC236}">
                <a16:creationId xmlns:a16="http://schemas.microsoft.com/office/drawing/2014/main" id="{B6DF2F05-FD6A-291F-179A-BE2A76DF883B}"/>
              </a:ext>
            </a:extLst>
          </p:cNvPr>
          <p:cNvSpPr/>
          <p:nvPr userDrawn="1"/>
        </p:nvSpPr>
        <p:spPr>
          <a:xfrm>
            <a:off x="587375" y="5980775"/>
            <a:ext cx="11012343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endParaRPr sz="135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4E9220F-E5C9-CFB9-AA17-FDE8B4DC7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584201"/>
            <a:ext cx="7524750" cy="930274"/>
          </a:xfrm>
        </p:spPr>
        <p:txBody>
          <a:bodyPr wrap="square" anchor="t">
            <a:noAutofit/>
          </a:bodyPr>
          <a:lstStyle>
            <a:lvl1pPr>
              <a:defRPr sz="4400" b="0">
                <a:latin typeface="+mj-lt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6CEDCBA5-E29C-F317-A1C0-30907E0199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373" y="1786674"/>
            <a:ext cx="7524751" cy="626475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6E227C2C-7038-3050-0594-64731D0B0B1E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486486" y="586129"/>
            <a:ext cx="3113232" cy="522311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/>
            </a:lvl1pPr>
          </a:lstStyle>
          <a:p>
            <a:pPr marL="0" lvl="0" indent="0">
              <a:buNone/>
            </a:pPr>
            <a:endParaRPr lang="en-US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F82F900E-E7FA-C19B-AA97-572C491C48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87373" y="2635696"/>
            <a:ext cx="7524751" cy="626475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B6A171AC-A4A3-581C-9426-2414E9F2711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87373" y="3484718"/>
            <a:ext cx="7524751" cy="626475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605426E3-26ED-7EB8-86CA-70F1CEFF0F9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87373" y="4333740"/>
            <a:ext cx="7524751" cy="626475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AB14CD0C-88D2-2217-BD10-BEC6B326737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87373" y="5182764"/>
            <a:ext cx="7524751" cy="626475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408217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9848">
          <p15:clr>
            <a:srgbClr val="FBAE40"/>
          </p15:clr>
        </p15:guide>
        <p15:guide id="4" orient="horz" pos="542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S04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FF1DBEE-BA8F-4618-BF57-BEEB95047B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516" y="219869"/>
            <a:ext cx="373155" cy="364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Line">
            <a:extLst>
              <a:ext uri="{FF2B5EF4-FFF2-40B4-BE49-F238E27FC236}">
                <a16:creationId xmlns:a16="http://schemas.microsoft.com/office/drawing/2014/main" id="{B6DF2F05-FD6A-291F-179A-BE2A76DF883B}"/>
              </a:ext>
            </a:extLst>
          </p:cNvPr>
          <p:cNvSpPr/>
          <p:nvPr userDrawn="1"/>
        </p:nvSpPr>
        <p:spPr>
          <a:xfrm>
            <a:off x="587375" y="5980775"/>
            <a:ext cx="11012343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endParaRPr sz="135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4E9220F-E5C9-CFB9-AA17-FDE8B4DC7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1219445" y="2562554"/>
            <a:ext cx="5053504" cy="1439865"/>
          </a:xfrm>
        </p:spPr>
        <p:txBody>
          <a:bodyPr wrap="square" anchor="ctr">
            <a:noAutofit/>
          </a:bodyPr>
          <a:lstStyle>
            <a:lvl1pPr algn="ctr">
              <a:defRPr sz="4400" b="0">
                <a:latin typeface="+mj-lt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6CEDCBA5-E29C-F317-A1C0-30907E0199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086100" y="750598"/>
            <a:ext cx="8513616" cy="901846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F82F900E-E7FA-C19B-AA97-572C491C48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086100" y="1789797"/>
            <a:ext cx="8513616" cy="901846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B6A171AC-A4A3-581C-9426-2414E9F2711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086100" y="2828996"/>
            <a:ext cx="8513616" cy="901846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605426E3-26ED-7EB8-86CA-70F1CEFF0F9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086100" y="3868195"/>
            <a:ext cx="8513616" cy="901846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AB14CD0C-88D2-2217-BD10-BEC6B326737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091009" y="4907394"/>
            <a:ext cx="8513616" cy="901846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671956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9848">
          <p15:clr>
            <a:srgbClr val="FBAE40"/>
          </p15:clr>
        </p15:guide>
        <p15:guide id="4" orient="horz" pos="542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S04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FF1DBEE-BA8F-4618-BF57-BEEB95047B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516" y="219869"/>
            <a:ext cx="373155" cy="364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Line">
            <a:extLst>
              <a:ext uri="{FF2B5EF4-FFF2-40B4-BE49-F238E27FC236}">
                <a16:creationId xmlns:a16="http://schemas.microsoft.com/office/drawing/2014/main" id="{B6DF2F05-FD6A-291F-179A-BE2A76DF883B}"/>
              </a:ext>
            </a:extLst>
          </p:cNvPr>
          <p:cNvSpPr/>
          <p:nvPr userDrawn="1"/>
        </p:nvSpPr>
        <p:spPr>
          <a:xfrm>
            <a:off x="587375" y="5980775"/>
            <a:ext cx="11012343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endParaRPr sz="135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4E9220F-E5C9-CFB9-AA17-FDE8B4DC7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4" y="584201"/>
            <a:ext cx="11020425" cy="930274"/>
          </a:xfrm>
        </p:spPr>
        <p:txBody>
          <a:bodyPr wrap="square" anchor="t">
            <a:noAutofit/>
          </a:bodyPr>
          <a:lstStyle>
            <a:lvl1pPr>
              <a:defRPr sz="4400" b="0">
                <a:latin typeface="+mj-lt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6CEDCBA5-E29C-F317-A1C0-30907E0199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185526"/>
            <a:ext cx="1946276" cy="3124197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F82F900E-E7FA-C19B-AA97-572C491C48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853531" y="2185526"/>
            <a:ext cx="1946276" cy="3124197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B6A171AC-A4A3-581C-9426-2414E9F2711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122862" y="2185526"/>
            <a:ext cx="1946276" cy="3124197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605426E3-26ED-7EB8-86CA-70F1CEFF0F9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392193" y="2185526"/>
            <a:ext cx="1946276" cy="3124197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AB14CD0C-88D2-2217-BD10-BEC6B326737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661524" y="2185526"/>
            <a:ext cx="1946276" cy="3124197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Line">
            <a:extLst>
              <a:ext uri="{FF2B5EF4-FFF2-40B4-BE49-F238E27FC236}">
                <a16:creationId xmlns:a16="http://schemas.microsoft.com/office/drawing/2014/main" id="{C15AAC49-04E5-14A7-C4AC-CBFA1501A728}"/>
              </a:ext>
            </a:extLst>
          </p:cNvPr>
          <p:cNvSpPr/>
          <p:nvPr userDrawn="1"/>
        </p:nvSpPr>
        <p:spPr>
          <a:xfrm>
            <a:off x="595457" y="2122515"/>
            <a:ext cx="1947600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endParaRPr sz="1350"/>
          </a:p>
        </p:txBody>
      </p:sp>
      <p:sp>
        <p:nvSpPr>
          <p:cNvPr id="7" name="Line">
            <a:extLst>
              <a:ext uri="{FF2B5EF4-FFF2-40B4-BE49-F238E27FC236}">
                <a16:creationId xmlns:a16="http://schemas.microsoft.com/office/drawing/2014/main" id="{412D1F20-BF14-465E-15C6-366E2E87A127}"/>
              </a:ext>
            </a:extLst>
          </p:cNvPr>
          <p:cNvSpPr/>
          <p:nvPr userDrawn="1"/>
        </p:nvSpPr>
        <p:spPr>
          <a:xfrm>
            <a:off x="2862636" y="2122515"/>
            <a:ext cx="1947600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endParaRPr sz="1350"/>
          </a:p>
        </p:txBody>
      </p:sp>
      <p:sp>
        <p:nvSpPr>
          <p:cNvPr id="8" name="Line">
            <a:extLst>
              <a:ext uri="{FF2B5EF4-FFF2-40B4-BE49-F238E27FC236}">
                <a16:creationId xmlns:a16="http://schemas.microsoft.com/office/drawing/2014/main" id="{7C601C26-558A-0485-68FA-0B3A44C0012B}"/>
              </a:ext>
            </a:extLst>
          </p:cNvPr>
          <p:cNvSpPr/>
          <p:nvPr userDrawn="1"/>
        </p:nvSpPr>
        <p:spPr>
          <a:xfrm>
            <a:off x="5129815" y="2122515"/>
            <a:ext cx="1947600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endParaRPr sz="1350"/>
          </a:p>
        </p:txBody>
      </p:sp>
      <p:sp>
        <p:nvSpPr>
          <p:cNvPr id="9" name="Line">
            <a:extLst>
              <a:ext uri="{FF2B5EF4-FFF2-40B4-BE49-F238E27FC236}">
                <a16:creationId xmlns:a16="http://schemas.microsoft.com/office/drawing/2014/main" id="{71F2589F-8E0A-4564-4196-AB40887F481B}"/>
              </a:ext>
            </a:extLst>
          </p:cNvPr>
          <p:cNvSpPr/>
          <p:nvPr userDrawn="1"/>
        </p:nvSpPr>
        <p:spPr>
          <a:xfrm>
            <a:off x="7396994" y="2122515"/>
            <a:ext cx="1947600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endParaRPr sz="1350"/>
          </a:p>
        </p:txBody>
      </p:sp>
      <p:sp>
        <p:nvSpPr>
          <p:cNvPr id="10" name="Line">
            <a:extLst>
              <a:ext uri="{FF2B5EF4-FFF2-40B4-BE49-F238E27FC236}">
                <a16:creationId xmlns:a16="http://schemas.microsoft.com/office/drawing/2014/main" id="{041CC5FF-73DF-7404-2795-EBC523E73FB8}"/>
              </a:ext>
            </a:extLst>
          </p:cNvPr>
          <p:cNvSpPr/>
          <p:nvPr userDrawn="1"/>
        </p:nvSpPr>
        <p:spPr>
          <a:xfrm>
            <a:off x="9664172" y="2122515"/>
            <a:ext cx="1947600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endParaRPr sz="1350"/>
          </a:p>
        </p:txBody>
      </p:sp>
    </p:spTree>
    <p:extLst>
      <p:ext uri="{BB962C8B-B14F-4D97-AF65-F5344CB8AC3E}">
        <p14:creationId xmlns:p14="http://schemas.microsoft.com/office/powerpoint/2010/main" val="8970139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9848">
          <p15:clr>
            <a:srgbClr val="FBAE40"/>
          </p15:clr>
        </p15:guide>
        <p15:guide id="4" orient="horz" pos="542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Us S05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FF1DBEE-BA8F-4618-BF57-BEEB95047B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516" y="219869"/>
            <a:ext cx="373155" cy="364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Line">
            <a:extLst>
              <a:ext uri="{FF2B5EF4-FFF2-40B4-BE49-F238E27FC236}">
                <a16:creationId xmlns:a16="http://schemas.microsoft.com/office/drawing/2014/main" id="{B6DF2F05-FD6A-291F-179A-BE2A76DF883B}"/>
              </a:ext>
            </a:extLst>
          </p:cNvPr>
          <p:cNvSpPr/>
          <p:nvPr userDrawn="1"/>
        </p:nvSpPr>
        <p:spPr>
          <a:xfrm>
            <a:off x="587375" y="5980775"/>
            <a:ext cx="11012343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endParaRPr sz="135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4E9220F-E5C9-CFB9-AA17-FDE8B4DC7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2606040"/>
            <a:ext cx="4479925" cy="1645920"/>
          </a:xfrm>
        </p:spPr>
        <p:txBody>
          <a:bodyPr wrap="square" anchor="ctr">
            <a:noAutofit/>
          </a:bodyPr>
          <a:lstStyle>
            <a:lvl1pPr>
              <a:defRPr sz="4400" b="0">
                <a:latin typeface="+mj-lt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17B038DB-153E-EEB9-4032-900DD60BB2DC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84203" y="1619834"/>
            <a:ext cx="5218313" cy="423711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681D5D28-3559-47CD-6745-A0FD325A50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4203" y="1193483"/>
            <a:ext cx="5218313" cy="423715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Website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0F91C74D-71D2-5CA7-00FB-303FFB8E1991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384203" y="2822121"/>
            <a:ext cx="5218313" cy="423711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C38AC1FC-26E5-358F-9100-9A46675DEF7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384203" y="2395770"/>
            <a:ext cx="5218313" cy="423715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Email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2FD2225E-A040-537E-36EA-C4957269F98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4203" y="4024408"/>
            <a:ext cx="5218313" cy="423711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726BF17D-F6A8-E12C-D100-56C59027A95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384203" y="3598057"/>
            <a:ext cx="5218313" cy="423715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Phone Number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F4495EFA-923F-DE8B-D07B-0CBD0EC85608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384203" y="5226695"/>
            <a:ext cx="5218313" cy="423711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8A368480-EF27-8B04-A0A1-6A07E81A8FA3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384203" y="4800344"/>
            <a:ext cx="5218313" cy="423715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Location</a:t>
            </a:r>
          </a:p>
        </p:txBody>
      </p:sp>
    </p:spTree>
    <p:extLst>
      <p:ext uri="{BB962C8B-B14F-4D97-AF65-F5344CB8AC3E}">
        <p14:creationId xmlns:p14="http://schemas.microsoft.com/office/powerpoint/2010/main" val="12280841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9848">
          <p15:clr>
            <a:srgbClr val="FBAE40"/>
          </p15:clr>
        </p15:guide>
        <p15:guide id="4" orient="horz" pos="542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Us S05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FF1DBEE-BA8F-4618-BF57-BEEB95047B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516" y="219869"/>
            <a:ext cx="373155" cy="364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Line">
            <a:extLst>
              <a:ext uri="{FF2B5EF4-FFF2-40B4-BE49-F238E27FC236}">
                <a16:creationId xmlns:a16="http://schemas.microsoft.com/office/drawing/2014/main" id="{B6DF2F05-FD6A-291F-179A-BE2A76DF883B}"/>
              </a:ext>
            </a:extLst>
          </p:cNvPr>
          <p:cNvSpPr/>
          <p:nvPr userDrawn="1"/>
        </p:nvSpPr>
        <p:spPr>
          <a:xfrm>
            <a:off x="587375" y="5980775"/>
            <a:ext cx="11012343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endParaRPr sz="135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4E9220F-E5C9-CFB9-AA17-FDE8B4DC7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2606040"/>
            <a:ext cx="4479925" cy="1645920"/>
          </a:xfrm>
        </p:spPr>
        <p:txBody>
          <a:bodyPr wrap="square" anchor="ctr">
            <a:noAutofit/>
          </a:bodyPr>
          <a:lstStyle>
            <a:lvl1pPr>
              <a:defRPr sz="4400" b="0">
                <a:latin typeface="+mj-lt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98F5207-3A5D-41DF-E001-899C5F9FBCDE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839091" y="1491191"/>
            <a:ext cx="513817" cy="513817"/>
          </a:xfrm>
          <a:custGeom>
            <a:avLst/>
            <a:gdLst>
              <a:gd name="connsiteX0" fmla="*/ 391447 w 513817"/>
              <a:gd name="connsiteY0" fmla="*/ 270430 h 513817"/>
              <a:gd name="connsiteX1" fmla="*/ 294093 w 513817"/>
              <a:gd name="connsiteY1" fmla="*/ 469872 h 513817"/>
              <a:gd name="connsiteX2" fmla="*/ 472576 w 513817"/>
              <a:gd name="connsiteY2" fmla="*/ 270430 h 513817"/>
              <a:gd name="connsiteX3" fmla="*/ 270430 w 513817"/>
              <a:gd name="connsiteY3" fmla="*/ 270430 h 513817"/>
              <a:gd name="connsiteX4" fmla="*/ 270430 w 513817"/>
              <a:gd name="connsiteY4" fmla="*/ 456351 h 513817"/>
              <a:gd name="connsiteX5" fmla="*/ 364404 w 513817"/>
              <a:gd name="connsiteY5" fmla="*/ 270430 h 513817"/>
              <a:gd name="connsiteX6" fmla="*/ 149413 w 513817"/>
              <a:gd name="connsiteY6" fmla="*/ 270430 h 513817"/>
              <a:gd name="connsiteX7" fmla="*/ 243387 w 513817"/>
              <a:gd name="connsiteY7" fmla="*/ 456351 h 513817"/>
              <a:gd name="connsiteX8" fmla="*/ 243387 w 513817"/>
              <a:gd name="connsiteY8" fmla="*/ 270430 h 513817"/>
              <a:gd name="connsiteX9" fmla="*/ 41241 w 513817"/>
              <a:gd name="connsiteY9" fmla="*/ 270430 h 513817"/>
              <a:gd name="connsiteX10" fmla="*/ 219724 w 513817"/>
              <a:gd name="connsiteY10" fmla="*/ 469872 h 513817"/>
              <a:gd name="connsiteX11" fmla="*/ 122370 w 513817"/>
              <a:gd name="connsiteY11" fmla="*/ 270430 h 513817"/>
              <a:gd name="connsiteX12" fmla="*/ 270430 w 513817"/>
              <a:gd name="connsiteY12" fmla="*/ 57466 h 513817"/>
              <a:gd name="connsiteX13" fmla="*/ 270430 w 513817"/>
              <a:gd name="connsiteY13" fmla="*/ 243387 h 513817"/>
              <a:gd name="connsiteX14" fmla="*/ 364404 w 513817"/>
              <a:gd name="connsiteY14" fmla="*/ 243387 h 513817"/>
              <a:gd name="connsiteX15" fmla="*/ 270430 w 513817"/>
              <a:gd name="connsiteY15" fmla="*/ 57466 h 513817"/>
              <a:gd name="connsiteX16" fmla="*/ 243387 w 513817"/>
              <a:gd name="connsiteY16" fmla="*/ 57466 h 513817"/>
              <a:gd name="connsiteX17" fmla="*/ 149413 w 513817"/>
              <a:gd name="connsiteY17" fmla="*/ 243387 h 513817"/>
              <a:gd name="connsiteX18" fmla="*/ 243387 w 513817"/>
              <a:gd name="connsiteY18" fmla="*/ 243387 h 513817"/>
              <a:gd name="connsiteX19" fmla="*/ 294093 w 513817"/>
              <a:gd name="connsiteY19" fmla="*/ 43945 h 513817"/>
              <a:gd name="connsiteX20" fmla="*/ 391447 w 513817"/>
              <a:gd name="connsiteY20" fmla="*/ 243387 h 513817"/>
              <a:gd name="connsiteX21" fmla="*/ 472576 w 513817"/>
              <a:gd name="connsiteY21" fmla="*/ 243387 h 513817"/>
              <a:gd name="connsiteX22" fmla="*/ 294093 w 513817"/>
              <a:gd name="connsiteY22" fmla="*/ 43945 h 513817"/>
              <a:gd name="connsiteX23" fmla="*/ 219724 w 513817"/>
              <a:gd name="connsiteY23" fmla="*/ 43945 h 513817"/>
              <a:gd name="connsiteX24" fmla="*/ 41241 w 513817"/>
              <a:gd name="connsiteY24" fmla="*/ 243387 h 513817"/>
              <a:gd name="connsiteX25" fmla="*/ 122370 w 513817"/>
              <a:gd name="connsiteY25" fmla="*/ 243387 h 513817"/>
              <a:gd name="connsiteX26" fmla="*/ 219724 w 513817"/>
              <a:gd name="connsiteY26" fmla="*/ 43945 h 513817"/>
              <a:gd name="connsiteX27" fmla="*/ 256909 w 513817"/>
              <a:gd name="connsiteY27" fmla="*/ 0 h 513817"/>
              <a:gd name="connsiteX28" fmla="*/ 513817 w 513817"/>
              <a:gd name="connsiteY28" fmla="*/ 256909 h 513817"/>
              <a:gd name="connsiteX29" fmla="*/ 256909 w 513817"/>
              <a:gd name="connsiteY29" fmla="*/ 513817 h 513817"/>
              <a:gd name="connsiteX30" fmla="*/ 0 w 513817"/>
              <a:gd name="connsiteY30" fmla="*/ 256909 h 513817"/>
              <a:gd name="connsiteX31" fmla="*/ 256909 w 513817"/>
              <a:gd name="connsiteY31" fmla="*/ 0 h 513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513817" h="513817">
                <a:moveTo>
                  <a:pt x="391447" y="270430"/>
                </a:moveTo>
                <a:cubicBezTo>
                  <a:pt x="386715" y="347503"/>
                  <a:pt x="338038" y="415786"/>
                  <a:pt x="294093" y="469872"/>
                </a:cubicBezTo>
                <a:cubicBezTo>
                  <a:pt x="391447" y="452970"/>
                  <a:pt x="466492" y="371165"/>
                  <a:pt x="472576" y="270430"/>
                </a:cubicBezTo>
                <a:close/>
                <a:moveTo>
                  <a:pt x="270430" y="270430"/>
                </a:moveTo>
                <a:lnTo>
                  <a:pt x="270430" y="456351"/>
                </a:lnTo>
                <a:cubicBezTo>
                  <a:pt x="313699" y="402941"/>
                  <a:pt x="358996" y="340066"/>
                  <a:pt x="364404" y="270430"/>
                </a:cubicBezTo>
                <a:close/>
                <a:moveTo>
                  <a:pt x="149413" y="270430"/>
                </a:moveTo>
                <a:cubicBezTo>
                  <a:pt x="154821" y="340066"/>
                  <a:pt x="200118" y="402941"/>
                  <a:pt x="243387" y="456351"/>
                </a:cubicBezTo>
                <a:lnTo>
                  <a:pt x="243387" y="270430"/>
                </a:lnTo>
                <a:close/>
                <a:moveTo>
                  <a:pt x="41241" y="270430"/>
                </a:moveTo>
                <a:cubicBezTo>
                  <a:pt x="47325" y="371165"/>
                  <a:pt x="122370" y="452970"/>
                  <a:pt x="219724" y="469872"/>
                </a:cubicBezTo>
                <a:cubicBezTo>
                  <a:pt x="175780" y="415786"/>
                  <a:pt x="127778" y="347503"/>
                  <a:pt x="122370" y="270430"/>
                </a:cubicBezTo>
                <a:close/>
                <a:moveTo>
                  <a:pt x="270430" y="57466"/>
                </a:moveTo>
                <a:lnTo>
                  <a:pt x="270430" y="243387"/>
                </a:lnTo>
                <a:lnTo>
                  <a:pt x="364404" y="243387"/>
                </a:lnTo>
                <a:cubicBezTo>
                  <a:pt x="358996" y="173075"/>
                  <a:pt x="313699" y="110876"/>
                  <a:pt x="270430" y="57466"/>
                </a:cubicBezTo>
                <a:close/>
                <a:moveTo>
                  <a:pt x="243387" y="57466"/>
                </a:moveTo>
                <a:cubicBezTo>
                  <a:pt x="200118" y="110876"/>
                  <a:pt x="154821" y="173751"/>
                  <a:pt x="149413" y="243387"/>
                </a:cubicBezTo>
                <a:lnTo>
                  <a:pt x="243387" y="243387"/>
                </a:lnTo>
                <a:close/>
                <a:moveTo>
                  <a:pt x="294093" y="43945"/>
                </a:moveTo>
                <a:cubicBezTo>
                  <a:pt x="338038" y="98031"/>
                  <a:pt x="386715" y="166314"/>
                  <a:pt x="391447" y="243387"/>
                </a:cubicBezTo>
                <a:lnTo>
                  <a:pt x="472576" y="243387"/>
                </a:lnTo>
                <a:cubicBezTo>
                  <a:pt x="466492" y="142652"/>
                  <a:pt x="391447" y="60847"/>
                  <a:pt x="294093" y="43945"/>
                </a:cubicBezTo>
                <a:close/>
                <a:moveTo>
                  <a:pt x="219724" y="43945"/>
                </a:moveTo>
                <a:cubicBezTo>
                  <a:pt x="122370" y="60847"/>
                  <a:pt x="47325" y="142652"/>
                  <a:pt x="41241" y="243387"/>
                </a:cubicBezTo>
                <a:lnTo>
                  <a:pt x="122370" y="243387"/>
                </a:lnTo>
                <a:cubicBezTo>
                  <a:pt x="127102" y="166314"/>
                  <a:pt x="175780" y="98031"/>
                  <a:pt x="219724" y="43945"/>
                </a:cubicBezTo>
                <a:close/>
                <a:moveTo>
                  <a:pt x="256909" y="0"/>
                </a:moveTo>
                <a:cubicBezTo>
                  <a:pt x="398884" y="0"/>
                  <a:pt x="513817" y="114933"/>
                  <a:pt x="513817" y="256909"/>
                </a:cubicBezTo>
                <a:cubicBezTo>
                  <a:pt x="513817" y="398884"/>
                  <a:pt x="398884" y="513817"/>
                  <a:pt x="256909" y="513817"/>
                </a:cubicBezTo>
                <a:cubicBezTo>
                  <a:pt x="114933" y="513817"/>
                  <a:pt x="0" y="398884"/>
                  <a:pt x="0" y="256909"/>
                </a:cubicBezTo>
                <a:cubicBezTo>
                  <a:pt x="0" y="114933"/>
                  <a:pt x="114933" y="0"/>
                  <a:pt x="25690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 algn="ctr">
              <a:defRPr lang="en-GB" sz="1000" b="1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/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36B746-5A89-B7D9-956C-F0400442F302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825570" y="2569349"/>
            <a:ext cx="540860" cy="594946"/>
          </a:xfrm>
          <a:custGeom>
            <a:avLst/>
            <a:gdLst>
              <a:gd name="connsiteX0" fmla="*/ 270768 w 540860"/>
              <a:gd name="connsiteY0" fmla="*/ 393307 h 594946"/>
              <a:gd name="connsiteX1" fmla="*/ 205527 w 540860"/>
              <a:gd name="connsiteY1" fmla="*/ 419167 h 594946"/>
              <a:gd name="connsiteX2" fmla="*/ 196062 w 540860"/>
              <a:gd name="connsiteY2" fmla="*/ 427956 h 594946"/>
              <a:gd name="connsiteX3" fmla="*/ 62199 w 540860"/>
              <a:gd name="connsiteY3" fmla="*/ 554382 h 594946"/>
              <a:gd name="connsiteX4" fmla="*/ 478661 w 540860"/>
              <a:gd name="connsiteY4" fmla="*/ 554382 h 594946"/>
              <a:gd name="connsiteX5" fmla="*/ 345474 w 540860"/>
              <a:gd name="connsiteY5" fmla="*/ 427956 h 594946"/>
              <a:gd name="connsiteX6" fmla="*/ 336009 w 540860"/>
              <a:gd name="connsiteY6" fmla="*/ 419167 h 594946"/>
              <a:gd name="connsiteX7" fmla="*/ 270768 w 540860"/>
              <a:gd name="connsiteY7" fmla="*/ 393307 h 594946"/>
              <a:gd name="connsiteX8" fmla="*/ 500296 w 540860"/>
              <a:gd name="connsiteY8" fmla="*/ 281247 h 594946"/>
              <a:gd name="connsiteX9" fmla="*/ 365081 w 540860"/>
              <a:gd name="connsiteY9" fmla="*/ 409701 h 594946"/>
              <a:gd name="connsiteX10" fmla="*/ 500296 w 540860"/>
              <a:gd name="connsiteY10" fmla="*/ 538156 h 594946"/>
              <a:gd name="connsiteX11" fmla="*/ 40565 w 540860"/>
              <a:gd name="connsiteY11" fmla="*/ 280571 h 594946"/>
              <a:gd name="connsiteX12" fmla="*/ 40565 w 540860"/>
              <a:gd name="connsiteY12" fmla="*/ 537480 h 594946"/>
              <a:gd name="connsiteX13" fmla="*/ 175780 w 540860"/>
              <a:gd name="connsiteY13" fmla="*/ 409025 h 594946"/>
              <a:gd name="connsiteX14" fmla="*/ 270429 w 540860"/>
              <a:gd name="connsiteY14" fmla="*/ 215668 h 594946"/>
              <a:gd name="connsiteX15" fmla="*/ 248795 w 540860"/>
              <a:gd name="connsiteY15" fmla="*/ 237302 h 594946"/>
              <a:gd name="connsiteX16" fmla="*/ 270429 w 540860"/>
              <a:gd name="connsiteY16" fmla="*/ 258936 h 594946"/>
              <a:gd name="connsiteX17" fmla="*/ 292064 w 540860"/>
              <a:gd name="connsiteY17" fmla="*/ 237302 h 594946"/>
              <a:gd name="connsiteX18" fmla="*/ 270429 w 540860"/>
              <a:gd name="connsiteY18" fmla="*/ 215668 h 594946"/>
              <a:gd name="connsiteX19" fmla="*/ 271105 w 540860"/>
              <a:gd name="connsiteY19" fmla="*/ 147384 h 594946"/>
              <a:gd name="connsiteX20" fmla="*/ 358995 w 540860"/>
              <a:gd name="connsiteY20" fmla="*/ 235274 h 594946"/>
              <a:gd name="connsiteX21" fmla="*/ 358995 w 540860"/>
              <a:gd name="connsiteY21" fmla="*/ 256908 h 594946"/>
              <a:gd name="connsiteX22" fmla="*/ 337361 w 540860"/>
              <a:gd name="connsiteY22" fmla="*/ 278543 h 594946"/>
              <a:gd name="connsiteX23" fmla="*/ 304233 w 540860"/>
              <a:gd name="connsiteY23" fmla="*/ 263669 h 594946"/>
              <a:gd name="connsiteX24" fmla="*/ 248119 w 540860"/>
              <a:gd name="connsiteY24" fmla="*/ 272458 h 594946"/>
              <a:gd name="connsiteX25" fmla="*/ 229865 w 540860"/>
              <a:gd name="connsiteY25" fmla="*/ 219048 h 594946"/>
              <a:gd name="connsiteX26" fmla="*/ 279218 w 540860"/>
              <a:gd name="connsiteY26" fmla="*/ 192005 h 594946"/>
              <a:gd name="connsiteX27" fmla="*/ 315050 w 540860"/>
              <a:gd name="connsiteY27" fmla="*/ 235950 h 594946"/>
              <a:gd name="connsiteX28" fmla="*/ 336685 w 540860"/>
              <a:gd name="connsiteY28" fmla="*/ 257584 h 594946"/>
              <a:gd name="connsiteX29" fmla="*/ 336685 w 540860"/>
              <a:gd name="connsiteY29" fmla="*/ 235950 h 594946"/>
              <a:gd name="connsiteX30" fmla="*/ 271105 w 540860"/>
              <a:gd name="connsiteY30" fmla="*/ 170371 h 594946"/>
              <a:gd name="connsiteX31" fmla="*/ 205526 w 540860"/>
              <a:gd name="connsiteY31" fmla="*/ 235950 h 594946"/>
              <a:gd name="connsiteX32" fmla="*/ 270429 w 540860"/>
              <a:gd name="connsiteY32" fmla="*/ 301529 h 594946"/>
              <a:gd name="connsiteX33" fmla="*/ 303557 w 540860"/>
              <a:gd name="connsiteY33" fmla="*/ 293416 h 594946"/>
              <a:gd name="connsiteX34" fmla="*/ 319107 w 540860"/>
              <a:gd name="connsiteY34" fmla="*/ 298149 h 594946"/>
              <a:gd name="connsiteX35" fmla="*/ 314374 w 540860"/>
              <a:gd name="connsiteY35" fmla="*/ 313698 h 594946"/>
              <a:gd name="connsiteX36" fmla="*/ 270429 w 540860"/>
              <a:gd name="connsiteY36" fmla="*/ 324516 h 594946"/>
              <a:gd name="connsiteX37" fmla="*/ 183216 w 540860"/>
              <a:gd name="connsiteY37" fmla="*/ 235274 h 594946"/>
              <a:gd name="connsiteX38" fmla="*/ 271105 w 540860"/>
              <a:gd name="connsiteY38" fmla="*/ 147384 h 594946"/>
              <a:gd name="connsiteX39" fmla="*/ 135215 w 540860"/>
              <a:gd name="connsiteY39" fmla="*/ 108172 h 594946"/>
              <a:gd name="connsiteX40" fmla="*/ 135215 w 540860"/>
              <a:gd name="connsiteY40" fmla="*/ 333305 h 594946"/>
              <a:gd name="connsiteX41" fmla="*/ 196062 w 540860"/>
              <a:gd name="connsiteY41" fmla="*/ 391447 h 594946"/>
              <a:gd name="connsiteX42" fmla="*/ 344798 w 540860"/>
              <a:gd name="connsiteY42" fmla="*/ 391447 h 594946"/>
              <a:gd name="connsiteX43" fmla="*/ 405645 w 540860"/>
              <a:gd name="connsiteY43" fmla="*/ 333305 h 594946"/>
              <a:gd name="connsiteX44" fmla="*/ 405645 w 540860"/>
              <a:gd name="connsiteY44" fmla="*/ 108172 h 594946"/>
              <a:gd name="connsiteX45" fmla="*/ 270430 w 540860"/>
              <a:gd name="connsiteY45" fmla="*/ 0 h 594946"/>
              <a:gd name="connsiteX46" fmla="*/ 351559 w 540860"/>
              <a:gd name="connsiteY46" fmla="*/ 67608 h 594946"/>
              <a:gd name="connsiteX47" fmla="*/ 446210 w 540860"/>
              <a:gd name="connsiteY47" fmla="*/ 67608 h 594946"/>
              <a:gd name="connsiteX48" fmla="*/ 446210 w 540860"/>
              <a:gd name="connsiteY48" fmla="*/ 126426 h 594946"/>
              <a:gd name="connsiteX49" fmla="*/ 540860 w 540860"/>
              <a:gd name="connsiteY49" fmla="*/ 217020 h 594946"/>
              <a:gd name="connsiteX50" fmla="*/ 540860 w 540860"/>
              <a:gd name="connsiteY50" fmla="*/ 594946 h 594946"/>
              <a:gd name="connsiteX51" fmla="*/ 0 w 540860"/>
              <a:gd name="connsiteY51" fmla="*/ 594946 h 594946"/>
              <a:gd name="connsiteX52" fmla="*/ 0 w 540860"/>
              <a:gd name="connsiteY52" fmla="*/ 217020 h 594946"/>
              <a:gd name="connsiteX53" fmla="*/ 94651 w 540860"/>
              <a:gd name="connsiteY53" fmla="*/ 127102 h 594946"/>
              <a:gd name="connsiteX54" fmla="*/ 94651 w 540860"/>
              <a:gd name="connsiteY54" fmla="*/ 67608 h 594946"/>
              <a:gd name="connsiteX55" fmla="*/ 189301 w 540860"/>
              <a:gd name="connsiteY55" fmla="*/ 67608 h 5949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540860" h="594946">
                <a:moveTo>
                  <a:pt x="270768" y="393307"/>
                </a:moveTo>
                <a:cubicBezTo>
                  <a:pt x="247275" y="393307"/>
                  <a:pt x="223781" y="401927"/>
                  <a:pt x="205527" y="419167"/>
                </a:cubicBezTo>
                <a:lnTo>
                  <a:pt x="196062" y="427956"/>
                </a:lnTo>
                <a:lnTo>
                  <a:pt x="62199" y="554382"/>
                </a:lnTo>
                <a:lnTo>
                  <a:pt x="478661" y="554382"/>
                </a:lnTo>
                <a:lnTo>
                  <a:pt x="345474" y="427956"/>
                </a:lnTo>
                <a:lnTo>
                  <a:pt x="336009" y="419167"/>
                </a:lnTo>
                <a:cubicBezTo>
                  <a:pt x="317755" y="401927"/>
                  <a:pt x="294262" y="393307"/>
                  <a:pt x="270768" y="393307"/>
                </a:cubicBezTo>
                <a:close/>
                <a:moveTo>
                  <a:pt x="500296" y="281247"/>
                </a:moveTo>
                <a:lnTo>
                  <a:pt x="365081" y="409701"/>
                </a:lnTo>
                <a:lnTo>
                  <a:pt x="500296" y="538156"/>
                </a:lnTo>
                <a:close/>
                <a:moveTo>
                  <a:pt x="40565" y="280571"/>
                </a:moveTo>
                <a:lnTo>
                  <a:pt x="40565" y="537480"/>
                </a:lnTo>
                <a:lnTo>
                  <a:pt x="175780" y="409025"/>
                </a:lnTo>
                <a:close/>
                <a:moveTo>
                  <a:pt x="270429" y="215668"/>
                </a:moveTo>
                <a:cubicBezTo>
                  <a:pt x="258936" y="215668"/>
                  <a:pt x="248795" y="225133"/>
                  <a:pt x="248795" y="237302"/>
                </a:cubicBezTo>
                <a:cubicBezTo>
                  <a:pt x="248795" y="248795"/>
                  <a:pt x="258260" y="258936"/>
                  <a:pt x="270429" y="258936"/>
                </a:cubicBezTo>
                <a:cubicBezTo>
                  <a:pt x="282599" y="258936"/>
                  <a:pt x="292064" y="249471"/>
                  <a:pt x="292064" y="237302"/>
                </a:cubicBezTo>
                <a:cubicBezTo>
                  <a:pt x="292064" y="225133"/>
                  <a:pt x="282599" y="215668"/>
                  <a:pt x="270429" y="215668"/>
                </a:cubicBezTo>
                <a:close/>
                <a:moveTo>
                  <a:pt x="271105" y="147384"/>
                </a:moveTo>
                <a:cubicBezTo>
                  <a:pt x="319783" y="147384"/>
                  <a:pt x="358995" y="186596"/>
                  <a:pt x="358995" y="235274"/>
                </a:cubicBezTo>
                <a:lnTo>
                  <a:pt x="358995" y="256908"/>
                </a:lnTo>
                <a:cubicBezTo>
                  <a:pt x="358995" y="269078"/>
                  <a:pt x="349530" y="278543"/>
                  <a:pt x="337361" y="278543"/>
                </a:cubicBezTo>
                <a:cubicBezTo>
                  <a:pt x="324515" y="278543"/>
                  <a:pt x="312346" y="273134"/>
                  <a:pt x="304233" y="263669"/>
                </a:cubicBezTo>
                <a:cubicBezTo>
                  <a:pt x="290035" y="279895"/>
                  <a:pt x="266373" y="283275"/>
                  <a:pt x="248119" y="272458"/>
                </a:cubicBezTo>
                <a:cubicBezTo>
                  <a:pt x="229865" y="261641"/>
                  <a:pt x="222428" y="238654"/>
                  <a:pt x="229865" y="219048"/>
                </a:cubicBezTo>
                <a:cubicBezTo>
                  <a:pt x="237302" y="199442"/>
                  <a:pt x="258260" y="187949"/>
                  <a:pt x="279218" y="192005"/>
                </a:cubicBezTo>
                <a:cubicBezTo>
                  <a:pt x="300177" y="196061"/>
                  <a:pt x="315050" y="214315"/>
                  <a:pt x="315050" y="235950"/>
                </a:cubicBezTo>
                <a:cubicBezTo>
                  <a:pt x="315050" y="248119"/>
                  <a:pt x="324515" y="257584"/>
                  <a:pt x="336685" y="257584"/>
                </a:cubicBezTo>
                <a:lnTo>
                  <a:pt x="336685" y="235950"/>
                </a:lnTo>
                <a:cubicBezTo>
                  <a:pt x="336685" y="199442"/>
                  <a:pt x="306937" y="170371"/>
                  <a:pt x="271105" y="170371"/>
                </a:cubicBezTo>
                <a:cubicBezTo>
                  <a:pt x="235273" y="170371"/>
                  <a:pt x="205526" y="200118"/>
                  <a:pt x="205526" y="235950"/>
                </a:cubicBezTo>
                <a:cubicBezTo>
                  <a:pt x="204850" y="271782"/>
                  <a:pt x="234597" y="301529"/>
                  <a:pt x="270429" y="301529"/>
                </a:cubicBezTo>
                <a:cubicBezTo>
                  <a:pt x="281923" y="301529"/>
                  <a:pt x="293416" y="298825"/>
                  <a:pt x="303557" y="293416"/>
                </a:cubicBezTo>
                <a:cubicBezTo>
                  <a:pt x="308966" y="290712"/>
                  <a:pt x="315726" y="292740"/>
                  <a:pt x="319107" y="298149"/>
                </a:cubicBezTo>
                <a:cubicBezTo>
                  <a:pt x="321811" y="303557"/>
                  <a:pt x="319783" y="310318"/>
                  <a:pt x="314374" y="313698"/>
                </a:cubicBezTo>
                <a:cubicBezTo>
                  <a:pt x="300853" y="320459"/>
                  <a:pt x="285979" y="324516"/>
                  <a:pt x="270429" y="324516"/>
                </a:cubicBezTo>
                <a:cubicBezTo>
                  <a:pt x="221752" y="323840"/>
                  <a:pt x="182540" y="284627"/>
                  <a:pt x="183216" y="235274"/>
                </a:cubicBezTo>
                <a:cubicBezTo>
                  <a:pt x="183216" y="186596"/>
                  <a:pt x="222428" y="147384"/>
                  <a:pt x="271105" y="147384"/>
                </a:cubicBezTo>
                <a:close/>
                <a:moveTo>
                  <a:pt x="135215" y="108172"/>
                </a:moveTo>
                <a:lnTo>
                  <a:pt x="135215" y="333305"/>
                </a:lnTo>
                <a:lnTo>
                  <a:pt x="196062" y="391447"/>
                </a:lnTo>
                <a:cubicBezTo>
                  <a:pt x="240007" y="357644"/>
                  <a:pt x="300853" y="357644"/>
                  <a:pt x="344798" y="391447"/>
                </a:cubicBezTo>
                <a:lnTo>
                  <a:pt x="405645" y="333305"/>
                </a:lnTo>
                <a:lnTo>
                  <a:pt x="405645" y="108172"/>
                </a:lnTo>
                <a:close/>
                <a:moveTo>
                  <a:pt x="270430" y="0"/>
                </a:moveTo>
                <a:lnTo>
                  <a:pt x="351559" y="67608"/>
                </a:lnTo>
                <a:lnTo>
                  <a:pt x="446210" y="67608"/>
                </a:lnTo>
                <a:lnTo>
                  <a:pt x="446210" y="126426"/>
                </a:lnTo>
                <a:lnTo>
                  <a:pt x="540860" y="217020"/>
                </a:lnTo>
                <a:lnTo>
                  <a:pt x="540860" y="594946"/>
                </a:lnTo>
                <a:lnTo>
                  <a:pt x="0" y="594946"/>
                </a:lnTo>
                <a:lnTo>
                  <a:pt x="0" y="217020"/>
                </a:lnTo>
                <a:lnTo>
                  <a:pt x="94651" y="127102"/>
                </a:lnTo>
                <a:lnTo>
                  <a:pt x="94651" y="67608"/>
                </a:lnTo>
                <a:lnTo>
                  <a:pt x="189301" y="6760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 algn="ctr">
              <a:defRPr lang="en-GB" sz="1000" b="1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/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02F571-EE30-0274-9D91-1880425A90B7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825911" y="3715116"/>
            <a:ext cx="539842" cy="541115"/>
          </a:xfrm>
          <a:custGeom>
            <a:avLst/>
            <a:gdLst>
              <a:gd name="connsiteX0" fmla="*/ 417472 w 539842"/>
              <a:gd name="connsiteY0" fmla="*/ 321135 h 541115"/>
              <a:gd name="connsiteX1" fmla="*/ 438431 w 539842"/>
              <a:gd name="connsiteY1" fmla="*/ 329924 h 541115"/>
              <a:gd name="connsiteX2" fmla="*/ 531729 w 539842"/>
              <a:gd name="connsiteY2" fmla="*/ 423222 h 541115"/>
              <a:gd name="connsiteX3" fmla="*/ 539842 w 539842"/>
              <a:gd name="connsiteY3" fmla="*/ 444181 h 541115"/>
              <a:gd name="connsiteX4" fmla="*/ 531053 w 539842"/>
              <a:gd name="connsiteY4" fmla="*/ 465139 h 541115"/>
              <a:gd name="connsiteX5" fmla="*/ 520912 w 539842"/>
              <a:gd name="connsiteY5" fmla="*/ 475280 h 541115"/>
              <a:gd name="connsiteX6" fmla="*/ 386373 w 539842"/>
              <a:gd name="connsiteY6" fmla="*/ 340741 h 541115"/>
              <a:gd name="connsiteX7" fmla="*/ 396514 w 539842"/>
              <a:gd name="connsiteY7" fmla="*/ 329924 h 541115"/>
              <a:gd name="connsiteX8" fmla="*/ 417472 w 539842"/>
              <a:gd name="connsiteY8" fmla="*/ 321135 h 541115"/>
              <a:gd name="connsiteX9" fmla="*/ 44956 w 539842"/>
              <a:gd name="connsiteY9" fmla="*/ 39888 h 541115"/>
              <a:gd name="connsiteX10" fmla="*/ 179495 w 539842"/>
              <a:gd name="connsiteY10" fmla="*/ 174427 h 541115"/>
              <a:gd name="connsiteX11" fmla="*/ 158536 w 539842"/>
              <a:gd name="connsiteY11" fmla="*/ 194709 h 541115"/>
              <a:gd name="connsiteX12" fmla="*/ 154480 w 539842"/>
              <a:gd name="connsiteY12" fmla="*/ 204850 h 541115"/>
              <a:gd name="connsiteX13" fmla="*/ 158536 w 539842"/>
              <a:gd name="connsiteY13" fmla="*/ 214991 h 541115"/>
              <a:gd name="connsiteX14" fmla="*/ 326203 w 539842"/>
              <a:gd name="connsiteY14" fmla="*/ 381982 h 541115"/>
              <a:gd name="connsiteX15" fmla="*/ 336344 w 539842"/>
              <a:gd name="connsiteY15" fmla="*/ 386038 h 541115"/>
              <a:gd name="connsiteX16" fmla="*/ 346485 w 539842"/>
              <a:gd name="connsiteY16" fmla="*/ 381982 h 541115"/>
              <a:gd name="connsiteX17" fmla="*/ 366767 w 539842"/>
              <a:gd name="connsiteY17" fmla="*/ 361024 h 541115"/>
              <a:gd name="connsiteX18" fmla="*/ 500630 w 539842"/>
              <a:gd name="connsiteY18" fmla="*/ 495563 h 541115"/>
              <a:gd name="connsiteX19" fmla="*/ 482376 w 539842"/>
              <a:gd name="connsiteY19" fmla="*/ 513817 h 541115"/>
              <a:gd name="connsiteX20" fmla="*/ 413417 w 539842"/>
              <a:gd name="connsiteY20" fmla="*/ 540860 h 541115"/>
              <a:gd name="connsiteX21" fmla="*/ 305245 w 539842"/>
              <a:gd name="connsiteY21" fmla="*/ 509084 h 541115"/>
              <a:gd name="connsiteX22" fmla="*/ 262652 w 539842"/>
              <a:gd name="connsiteY22" fmla="*/ 482041 h 541115"/>
              <a:gd name="connsiteX23" fmla="*/ 56449 w 539842"/>
              <a:gd name="connsiteY23" fmla="*/ 269077 h 541115"/>
              <a:gd name="connsiteX24" fmla="*/ 15885 w 539842"/>
              <a:gd name="connsiteY24" fmla="*/ 198090 h 541115"/>
              <a:gd name="connsiteX25" fmla="*/ 335 w 539842"/>
              <a:gd name="connsiteY25" fmla="*/ 110200 h 541115"/>
              <a:gd name="connsiteX26" fmla="*/ 22645 w 539842"/>
              <a:gd name="connsiteY26" fmla="*/ 62198 h 541115"/>
              <a:gd name="connsiteX27" fmla="*/ 44956 w 539842"/>
              <a:gd name="connsiteY27" fmla="*/ 39888 h 541115"/>
              <a:gd name="connsiteX28" fmla="*/ 97013 w 539842"/>
              <a:gd name="connsiteY28" fmla="*/ 0 h 541115"/>
              <a:gd name="connsiteX29" fmla="*/ 117296 w 539842"/>
              <a:gd name="connsiteY29" fmla="*/ 8789 h 541115"/>
              <a:gd name="connsiteX30" fmla="*/ 210594 w 539842"/>
              <a:gd name="connsiteY30" fmla="*/ 101411 h 541115"/>
              <a:gd name="connsiteX31" fmla="*/ 219383 w 539842"/>
              <a:gd name="connsiteY31" fmla="*/ 122370 h 541115"/>
              <a:gd name="connsiteX32" fmla="*/ 210594 w 539842"/>
              <a:gd name="connsiteY32" fmla="*/ 143328 h 541115"/>
              <a:gd name="connsiteX33" fmla="*/ 200453 w 539842"/>
              <a:gd name="connsiteY33" fmla="*/ 153469 h 541115"/>
              <a:gd name="connsiteX34" fmla="*/ 65914 w 539842"/>
              <a:gd name="connsiteY34" fmla="*/ 18930 h 541115"/>
              <a:gd name="connsiteX35" fmla="*/ 76055 w 539842"/>
              <a:gd name="connsiteY35" fmla="*/ 8789 h 541115"/>
              <a:gd name="connsiteX36" fmla="*/ 97013 w 539842"/>
              <a:gd name="connsiteY36" fmla="*/ 0 h 541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539842" h="541115">
                <a:moveTo>
                  <a:pt x="417472" y="321135"/>
                </a:moveTo>
                <a:cubicBezTo>
                  <a:pt x="425585" y="321135"/>
                  <a:pt x="433022" y="324515"/>
                  <a:pt x="438431" y="329924"/>
                </a:cubicBezTo>
                <a:lnTo>
                  <a:pt x="531729" y="423222"/>
                </a:lnTo>
                <a:cubicBezTo>
                  <a:pt x="537138" y="428631"/>
                  <a:pt x="539842" y="436068"/>
                  <a:pt x="539842" y="444181"/>
                </a:cubicBezTo>
                <a:cubicBezTo>
                  <a:pt x="539842" y="452294"/>
                  <a:pt x="536462" y="459730"/>
                  <a:pt x="531053" y="465139"/>
                </a:cubicBezTo>
                <a:lnTo>
                  <a:pt x="520912" y="475280"/>
                </a:lnTo>
                <a:lnTo>
                  <a:pt x="386373" y="340741"/>
                </a:lnTo>
                <a:lnTo>
                  <a:pt x="396514" y="329924"/>
                </a:lnTo>
                <a:cubicBezTo>
                  <a:pt x="401923" y="324515"/>
                  <a:pt x="409360" y="321135"/>
                  <a:pt x="417472" y="321135"/>
                </a:cubicBezTo>
                <a:close/>
                <a:moveTo>
                  <a:pt x="44956" y="39888"/>
                </a:moveTo>
                <a:lnTo>
                  <a:pt x="179495" y="174427"/>
                </a:lnTo>
                <a:lnTo>
                  <a:pt x="158536" y="194709"/>
                </a:lnTo>
                <a:cubicBezTo>
                  <a:pt x="155832" y="197413"/>
                  <a:pt x="154480" y="201470"/>
                  <a:pt x="154480" y="204850"/>
                </a:cubicBezTo>
                <a:cubicBezTo>
                  <a:pt x="154480" y="208231"/>
                  <a:pt x="155832" y="212287"/>
                  <a:pt x="158536" y="214991"/>
                </a:cubicBezTo>
                <a:lnTo>
                  <a:pt x="326203" y="381982"/>
                </a:lnTo>
                <a:cubicBezTo>
                  <a:pt x="328907" y="384686"/>
                  <a:pt x="332964" y="386038"/>
                  <a:pt x="336344" y="386038"/>
                </a:cubicBezTo>
                <a:cubicBezTo>
                  <a:pt x="339724" y="386038"/>
                  <a:pt x="343781" y="384686"/>
                  <a:pt x="346485" y="381982"/>
                </a:cubicBezTo>
                <a:lnTo>
                  <a:pt x="366767" y="361024"/>
                </a:lnTo>
                <a:lnTo>
                  <a:pt x="500630" y="495563"/>
                </a:lnTo>
                <a:lnTo>
                  <a:pt x="482376" y="513817"/>
                </a:lnTo>
                <a:cubicBezTo>
                  <a:pt x="464798" y="532747"/>
                  <a:pt x="439107" y="542888"/>
                  <a:pt x="413417" y="540860"/>
                </a:cubicBezTo>
                <a:cubicBezTo>
                  <a:pt x="374880" y="538155"/>
                  <a:pt x="339048" y="525986"/>
                  <a:pt x="305245" y="509084"/>
                </a:cubicBezTo>
                <a:cubicBezTo>
                  <a:pt x="290371" y="500971"/>
                  <a:pt x="276173" y="492182"/>
                  <a:pt x="262652" y="482041"/>
                </a:cubicBezTo>
                <a:cubicBezTo>
                  <a:pt x="181523" y="424575"/>
                  <a:pt x="111887" y="352235"/>
                  <a:pt x="56449" y="269077"/>
                </a:cubicBezTo>
                <a:cubicBezTo>
                  <a:pt x="40899" y="246767"/>
                  <a:pt x="26702" y="223104"/>
                  <a:pt x="15885" y="198090"/>
                </a:cubicBezTo>
                <a:cubicBezTo>
                  <a:pt x="5743" y="169694"/>
                  <a:pt x="-1693" y="140623"/>
                  <a:pt x="335" y="110200"/>
                </a:cubicBezTo>
                <a:cubicBezTo>
                  <a:pt x="1011" y="91946"/>
                  <a:pt x="9124" y="75044"/>
                  <a:pt x="22645" y="62198"/>
                </a:cubicBezTo>
                <a:cubicBezTo>
                  <a:pt x="28054" y="56790"/>
                  <a:pt x="36167" y="48677"/>
                  <a:pt x="44956" y="39888"/>
                </a:cubicBezTo>
                <a:close/>
                <a:moveTo>
                  <a:pt x="97013" y="0"/>
                </a:moveTo>
                <a:cubicBezTo>
                  <a:pt x="104450" y="0"/>
                  <a:pt x="111887" y="3380"/>
                  <a:pt x="117296" y="8789"/>
                </a:cubicBezTo>
                <a:lnTo>
                  <a:pt x="210594" y="101411"/>
                </a:lnTo>
                <a:cubicBezTo>
                  <a:pt x="216003" y="106820"/>
                  <a:pt x="219383" y="114257"/>
                  <a:pt x="219383" y="122370"/>
                </a:cubicBezTo>
                <a:cubicBezTo>
                  <a:pt x="219383" y="130482"/>
                  <a:pt x="216003" y="137919"/>
                  <a:pt x="210594" y="143328"/>
                </a:cubicBezTo>
                <a:lnTo>
                  <a:pt x="200453" y="153469"/>
                </a:lnTo>
                <a:lnTo>
                  <a:pt x="65914" y="18930"/>
                </a:lnTo>
                <a:lnTo>
                  <a:pt x="76055" y="8789"/>
                </a:lnTo>
                <a:cubicBezTo>
                  <a:pt x="81464" y="3380"/>
                  <a:pt x="89577" y="0"/>
                  <a:pt x="9701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 algn="ctr">
              <a:defRPr lang="en-GB" sz="1000" b="1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/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DFB2A89-AC5C-16AF-5F55-FA3C97E4CD7E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5954486" y="4874403"/>
            <a:ext cx="283026" cy="459731"/>
          </a:xfrm>
          <a:custGeom>
            <a:avLst/>
            <a:gdLst>
              <a:gd name="connsiteX0" fmla="*/ 141514 w 283026"/>
              <a:gd name="connsiteY0" fmla="*/ 81129 h 459731"/>
              <a:gd name="connsiteX1" fmla="*/ 80667 w 283026"/>
              <a:gd name="connsiteY1" fmla="*/ 141976 h 459731"/>
              <a:gd name="connsiteX2" fmla="*/ 141514 w 283026"/>
              <a:gd name="connsiteY2" fmla="*/ 202823 h 459731"/>
              <a:gd name="connsiteX3" fmla="*/ 202361 w 283026"/>
              <a:gd name="connsiteY3" fmla="*/ 141976 h 459731"/>
              <a:gd name="connsiteX4" fmla="*/ 141514 w 283026"/>
              <a:gd name="connsiteY4" fmla="*/ 81129 h 459731"/>
              <a:gd name="connsiteX5" fmla="*/ 141514 w 283026"/>
              <a:gd name="connsiteY5" fmla="*/ 0 h 459731"/>
              <a:gd name="connsiteX6" fmla="*/ 258475 w 283026"/>
              <a:gd name="connsiteY6" fmla="*/ 62199 h 459731"/>
              <a:gd name="connsiteX7" fmla="*/ 273348 w 283026"/>
              <a:gd name="connsiteY7" fmla="*/ 194034 h 459731"/>
              <a:gd name="connsiteX8" fmla="*/ 209121 w 283026"/>
              <a:gd name="connsiteY8" fmla="*/ 336009 h 459731"/>
              <a:gd name="connsiteX9" fmla="*/ 153683 w 283026"/>
              <a:gd name="connsiteY9" fmla="*/ 452294 h 459731"/>
              <a:gd name="connsiteX10" fmla="*/ 141514 w 283026"/>
              <a:gd name="connsiteY10" fmla="*/ 459731 h 459731"/>
              <a:gd name="connsiteX11" fmla="*/ 129344 w 283026"/>
              <a:gd name="connsiteY11" fmla="*/ 452294 h 459731"/>
              <a:gd name="connsiteX12" fmla="*/ 73906 w 283026"/>
              <a:gd name="connsiteY12" fmla="*/ 336009 h 459731"/>
              <a:gd name="connsiteX13" fmla="*/ 9679 w 283026"/>
              <a:gd name="connsiteY13" fmla="*/ 194034 h 459731"/>
              <a:gd name="connsiteX14" fmla="*/ 24553 w 283026"/>
              <a:gd name="connsiteY14" fmla="*/ 62199 h 459731"/>
              <a:gd name="connsiteX15" fmla="*/ 141514 w 283026"/>
              <a:gd name="connsiteY15" fmla="*/ 0 h 4597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83026" h="459731">
                <a:moveTo>
                  <a:pt x="141514" y="81129"/>
                </a:moveTo>
                <a:cubicBezTo>
                  <a:pt x="107710" y="81129"/>
                  <a:pt x="80667" y="108172"/>
                  <a:pt x="80667" y="141976"/>
                </a:cubicBezTo>
                <a:cubicBezTo>
                  <a:pt x="80667" y="175780"/>
                  <a:pt x="107710" y="202823"/>
                  <a:pt x="141514" y="202823"/>
                </a:cubicBezTo>
                <a:cubicBezTo>
                  <a:pt x="175318" y="202823"/>
                  <a:pt x="202361" y="175780"/>
                  <a:pt x="202361" y="141976"/>
                </a:cubicBezTo>
                <a:cubicBezTo>
                  <a:pt x="202361" y="108172"/>
                  <a:pt x="175318" y="81129"/>
                  <a:pt x="141514" y="81129"/>
                </a:cubicBezTo>
                <a:close/>
                <a:moveTo>
                  <a:pt x="141514" y="0"/>
                </a:moveTo>
                <a:cubicBezTo>
                  <a:pt x="188163" y="0"/>
                  <a:pt x="232108" y="22987"/>
                  <a:pt x="258475" y="62199"/>
                </a:cubicBezTo>
                <a:cubicBezTo>
                  <a:pt x="284842" y="100735"/>
                  <a:pt x="290250" y="150089"/>
                  <a:pt x="273348" y="194034"/>
                </a:cubicBezTo>
                <a:lnTo>
                  <a:pt x="209121" y="336009"/>
                </a:lnTo>
                <a:lnTo>
                  <a:pt x="153683" y="452294"/>
                </a:lnTo>
                <a:cubicBezTo>
                  <a:pt x="151655" y="457027"/>
                  <a:pt x="146922" y="459731"/>
                  <a:pt x="141514" y="459731"/>
                </a:cubicBezTo>
                <a:cubicBezTo>
                  <a:pt x="136105" y="459731"/>
                  <a:pt x="131373" y="457027"/>
                  <a:pt x="129344" y="452294"/>
                </a:cubicBezTo>
                <a:lnTo>
                  <a:pt x="73906" y="336009"/>
                </a:lnTo>
                <a:lnTo>
                  <a:pt x="9679" y="194034"/>
                </a:lnTo>
                <a:cubicBezTo>
                  <a:pt x="-7223" y="150089"/>
                  <a:pt x="-1814" y="100735"/>
                  <a:pt x="24553" y="62199"/>
                </a:cubicBezTo>
                <a:cubicBezTo>
                  <a:pt x="50920" y="22987"/>
                  <a:pt x="94865" y="0"/>
                  <a:pt x="14151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 algn="ctr">
              <a:defRPr lang="en-GB" sz="1000" b="1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/>
            <a:endParaRPr lang="en-GB" dirty="0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ECE9B7D8-D58F-9523-0E67-4514CB183C2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72679" y="1376535"/>
            <a:ext cx="5031946" cy="747251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3EF375A-DB4B-0D72-D9D2-3EB6808A484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572679" y="2571746"/>
            <a:ext cx="5031946" cy="747251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1297AFCA-8E69-DE98-463D-2FA9BCF0AC0D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572679" y="3538996"/>
            <a:ext cx="5031946" cy="747251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861A065D-CD5C-5187-2E10-38939668730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6572679" y="4730643"/>
            <a:ext cx="5031946" cy="747251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244443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9848">
          <p15:clr>
            <a:srgbClr val="FBAE40"/>
          </p15:clr>
        </p15:guide>
        <p15:guide id="4" orient="horz" pos="5424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06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FF1DBEE-BA8F-4618-BF57-BEEB95047B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516" y="219869"/>
            <a:ext cx="373155" cy="364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DBEFECB-CF03-7F1C-AB91-43ED0E5E1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7237" y="2194562"/>
            <a:ext cx="8137526" cy="1577478"/>
          </a:xfrm>
        </p:spPr>
        <p:txBody>
          <a:bodyPr anchor="b">
            <a:noAutofit/>
          </a:bodyPr>
          <a:lstStyle>
            <a:lvl1pPr algn="ctr">
              <a:defRPr sz="4400" b="0">
                <a:latin typeface="+mj-lt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97C8C00-90C8-D879-657C-39E4141304F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027237" y="3863155"/>
            <a:ext cx="8137526" cy="787800"/>
          </a:xfrm>
        </p:spPr>
        <p:txBody>
          <a:bodyPr anchor="t">
            <a:no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317683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9848">
          <p15:clr>
            <a:srgbClr val="FBAE40"/>
          </p15:clr>
        </p15:guide>
        <p15:guide id="3" pos="5120">
          <p15:clr>
            <a:srgbClr val="FBAE40"/>
          </p15:clr>
        </p15:guide>
        <p15:guide id="4" orient="horz" pos="5424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06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FF1DBEE-BA8F-4618-BF57-BEEB95047B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516" y="219869"/>
            <a:ext cx="373155" cy="364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DBEFECB-CF03-7F1C-AB91-43ED0E5E1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7237" y="2194562"/>
            <a:ext cx="8137526" cy="1577478"/>
          </a:xfrm>
        </p:spPr>
        <p:txBody>
          <a:bodyPr anchor="b">
            <a:noAutofit/>
          </a:bodyPr>
          <a:lstStyle>
            <a:lvl1pPr algn="ctr">
              <a:defRPr sz="4400" b="0">
                <a:latin typeface="+mj-lt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97C8C00-90C8-D879-657C-39E4141304F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027237" y="3863155"/>
            <a:ext cx="8137526" cy="787800"/>
          </a:xfrm>
        </p:spPr>
        <p:txBody>
          <a:bodyPr anchor="t">
            <a:no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Line">
            <a:extLst>
              <a:ext uri="{FF2B5EF4-FFF2-40B4-BE49-F238E27FC236}">
                <a16:creationId xmlns:a16="http://schemas.microsoft.com/office/drawing/2014/main" id="{051DE302-F517-F6F2-8DBB-05C1E95FF9BA}"/>
              </a:ext>
            </a:extLst>
          </p:cNvPr>
          <p:cNvSpPr/>
          <p:nvPr userDrawn="1"/>
        </p:nvSpPr>
        <p:spPr>
          <a:xfrm>
            <a:off x="2027236" y="4883495"/>
            <a:ext cx="8137527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endParaRPr sz="1350"/>
          </a:p>
        </p:txBody>
      </p:sp>
      <p:sp>
        <p:nvSpPr>
          <p:cNvPr id="4" name="Line">
            <a:extLst>
              <a:ext uri="{FF2B5EF4-FFF2-40B4-BE49-F238E27FC236}">
                <a16:creationId xmlns:a16="http://schemas.microsoft.com/office/drawing/2014/main" id="{AA2C1D93-9263-296C-980B-2033F4987A2E}"/>
              </a:ext>
            </a:extLst>
          </p:cNvPr>
          <p:cNvSpPr/>
          <p:nvPr userDrawn="1"/>
        </p:nvSpPr>
        <p:spPr>
          <a:xfrm>
            <a:off x="2027236" y="1980275"/>
            <a:ext cx="8137527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endParaRPr sz="1350"/>
          </a:p>
        </p:txBody>
      </p:sp>
    </p:spTree>
    <p:extLst>
      <p:ext uri="{BB962C8B-B14F-4D97-AF65-F5344CB8AC3E}">
        <p14:creationId xmlns:p14="http://schemas.microsoft.com/office/powerpoint/2010/main" val="35519384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9848">
          <p15:clr>
            <a:srgbClr val="FBAE40"/>
          </p15:clr>
        </p15:guide>
        <p15:guide id="3" pos="5120">
          <p15:clr>
            <a:srgbClr val="FBAE40"/>
          </p15:clr>
        </p15:guide>
        <p15:guide id="4" orient="horz" pos="5424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06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FF1DBEE-BA8F-4618-BF57-BEEB95047B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516" y="219869"/>
            <a:ext cx="373155" cy="364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DBEFECB-CF03-7F1C-AB91-43ED0E5E1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2194562"/>
            <a:ext cx="5508625" cy="1577478"/>
          </a:xfrm>
        </p:spPr>
        <p:txBody>
          <a:bodyPr anchor="b">
            <a:noAutofit/>
          </a:bodyPr>
          <a:lstStyle>
            <a:lvl1pPr algn="l">
              <a:defRPr sz="4400" b="0">
                <a:latin typeface="+mj-lt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97C8C00-90C8-D879-657C-39E4141304F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7375" y="3863155"/>
            <a:ext cx="5508625" cy="787800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D5999C54-5396-0470-E6BA-A1B2E368076C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7105650" y="1468051"/>
            <a:ext cx="5086350" cy="3921899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/>
            </a:lvl1pPr>
          </a:lstStyle>
          <a:p>
            <a:pPr marL="0" lv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9879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9848">
          <p15:clr>
            <a:srgbClr val="FBAE40"/>
          </p15:clr>
        </p15:guide>
        <p15:guide id="3" pos="5120">
          <p15:clr>
            <a:srgbClr val="FBAE40"/>
          </p15:clr>
        </p15:guide>
        <p15:guide id="4" orient="horz" pos="5424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07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FF1DBEE-BA8F-4618-BF57-BEEB95047B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516" y="219869"/>
            <a:ext cx="373155" cy="364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Line">
            <a:extLst>
              <a:ext uri="{FF2B5EF4-FFF2-40B4-BE49-F238E27FC236}">
                <a16:creationId xmlns:a16="http://schemas.microsoft.com/office/drawing/2014/main" id="{B6DF2F05-FD6A-291F-179A-BE2A76DF883B}"/>
              </a:ext>
            </a:extLst>
          </p:cNvPr>
          <p:cNvSpPr/>
          <p:nvPr userDrawn="1"/>
        </p:nvSpPr>
        <p:spPr>
          <a:xfrm>
            <a:off x="587375" y="5980775"/>
            <a:ext cx="11012343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endParaRPr sz="135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4E9220F-E5C9-CFB9-AA17-FDE8B4DC7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584201"/>
            <a:ext cx="11017250" cy="930274"/>
          </a:xfrm>
        </p:spPr>
        <p:txBody>
          <a:bodyPr wrap="square" anchor="t">
            <a:noAutofit/>
          </a:bodyPr>
          <a:lstStyle>
            <a:lvl1pPr>
              <a:defRPr sz="4400" b="0">
                <a:latin typeface="+mj-lt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ED2A23B5-C0B6-3AAC-B354-EC615F3EB561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87375" y="1767625"/>
            <a:ext cx="3960000" cy="396000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/>
            </a:lvl1pPr>
          </a:lstStyle>
          <a:p>
            <a:pPr marL="0" lvl="0" indent="0">
              <a:buNone/>
            </a:pPr>
            <a:endParaRPr lang="en-US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B8B5E718-DB32-6674-D4BE-02730164570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9462" y="2182220"/>
            <a:ext cx="6900256" cy="340000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Designation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A8537F55-5FAD-74EA-FB5C-AD65BDBD2F9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99462" y="1767625"/>
            <a:ext cx="6900256" cy="411958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05D0DCCA-8BA3-0294-2EB8-ED93CC6BDC4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99462" y="2535403"/>
            <a:ext cx="6900256" cy="319222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30109775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9848">
          <p15:clr>
            <a:srgbClr val="FBAE40"/>
          </p15:clr>
        </p15:guide>
        <p15:guide id="4" orient="horz" pos="5424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07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FF1DBEE-BA8F-4618-BF57-BEEB95047B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516" y="219869"/>
            <a:ext cx="373155" cy="364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Line">
            <a:extLst>
              <a:ext uri="{FF2B5EF4-FFF2-40B4-BE49-F238E27FC236}">
                <a16:creationId xmlns:a16="http://schemas.microsoft.com/office/drawing/2014/main" id="{B6DF2F05-FD6A-291F-179A-BE2A76DF883B}"/>
              </a:ext>
            </a:extLst>
          </p:cNvPr>
          <p:cNvSpPr/>
          <p:nvPr userDrawn="1"/>
        </p:nvSpPr>
        <p:spPr>
          <a:xfrm>
            <a:off x="587375" y="5980775"/>
            <a:ext cx="11012343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endParaRPr sz="135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4E9220F-E5C9-CFB9-AA17-FDE8B4DC7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584201"/>
            <a:ext cx="11017250" cy="930274"/>
          </a:xfrm>
        </p:spPr>
        <p:txBody>
          <a:bodyPr wrap="square" anchor="t">
            <a:noAutofit/>
          </a:bodyPr>
          <a:lstStyle>
            <a:lvl1pPr>
              <a:defRPr sz="4400" b="0">
                <a:latin typeface="+mj-lt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ED2A23B5-C0B6-3AAC-B354-EC615F3EB561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048013" y="1964489"/>
            <a:ext cx="2705840" cy="270584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/>
            </a:lvl1pPr>
          </a:lstStyle>
          <a:p>
            <a:pPr marL="0" lvl="0" indent="0">
              <a:buNone/>
            </a:pPr>
            <a:endParaRPr lang="en-US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B8B5E718-DB32-6674-D4BE-02730164570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48013" y="5190760"/>
            <a:ext cx="2705840" cy="34000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Designation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A8537F55-5FAD-74EA-FB5C-AD65BDBD2F9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48013" y="4776165"/>
            <a:ext cx="2705840" cy="411958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280399A8-15CE-2DFF-5058-EFBACF8E1995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743080" y="1964489"/>
            <a:ext cx="2705840" cy="270584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/>
            </a:lvl1pPr>
          </a:lstStyle>
          <a:p>
            <a:pPr marL="0" lvl="0" indent="0">
              <a:buNone/>
            </a:pPr>
            <a:endParaRPr lang="en-US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CD373013-0B26-6B5B-FBAF-316FE45516C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743080" y="5190760"/>
            <a:ext cx="2705840" cy="34000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Designation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B923D3A7-6717-BFDA-8B77-AFD57270C03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743080" y="4776165"/>
            <a:ext cx="2705840" cy="411958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0" name="Picture Placeholder 11">
            <a:extLst>
              <a:ext uri="{FF2B5EF4-FFF2-40B4-BE49-F238E27FC236}">
                <a16:creationId xmlns:a16="http://schemas.microsoft.com/office/drawing/2014/main" id="{AC62088D-AB1C-F284-31D4-628F14660CDF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438147" y="1964489"/>
            <a:ext cx="2705840" cy="270584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/>
            </a:lvl1pPr>
          </a:lstStyle>
          <a:p>
            <a:pPr marL="0" lvl="0" indent="0">
              <a:buNone/>
            </a:pP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EB50EC9-2639-BE23-DD5C-706D7BB869C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438147" y="5190760"/>
            <a:ext cx="2705840" cy="34000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Designation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72DCBBDE-9854-746D-9EE1-487B2A3A329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438147" y="4776165"/>
            <a:ext cx="2705840" cy="411958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</p:spTree>
    <p:extLst>
      <p:ext uri="{BB962C8B-B14F-4D97-AF65-F5344CB8AC3E}">
        <p14:creationId xmlns:p14="http://schemas.microsoft.com/office/powerpoint/2010/main" val="24858823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9848">
          <p15:clr>
            <a:srgbClr val="FBAE40"/>
          </p15:clr>
        </p15:guide>
        <p15:guide id="4" orient="horz" pos="5424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07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FF1DBEE-BA8F-4618-BF57-BEEB95047B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516" y="219869"/>
            <a:ext cx="373155" cy="364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Line">
            <a:extLst>
              <a:ext uri="{FF2B5EF4-FFF2-40B4-BE49-F238E27FC236}">
                <a16:creationId xmlns:a16="http://schemas.microsoft.com/office/drawing/2014/main" id="{B6DF2F05-FD6A-291F-179A-BE2A76DF883B}"/>
              </a:ext>
            </a:extLst>
          </p:cNvPr>
          <p:cNvSpPr/>
          <p:nvPr userDrawn="1"/>
        </p:nvSpPr>
        <p:spPr>
          <a:xfrm>
            <a:off x="587375" y="5980775"/>
            <a:ext cx="11012343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endParaRPr sz="135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4E9220F-E5C9-CFB9-AA17-FDE8B4DC7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584201"/>
            <a:ext cx="11017250" cy="930274"/>
          </a:xfrm>
        </p:spPr>
        <p:txBody>
          <a:bodyPr wrap="square" anchor="t">
            <a:noAutofit/>
          </a:bodyPr>
          <a:lstStyle>
            <a:lvl1pPr>
              <a:defRPr sz="4400" b="0">
                <a:latin typeface="+mj-lt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ED2A23B5-C0B6-3AAC-B354-EC615F3EB561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203159" y="2167762"/>
            <a:ext cx="2069432" cy="2069432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/>
            </a:lvl1pPr>
          </a:lstStyle>
          <a:p>
            <a:pPr marL="0" lvl="0" indent="0">
              <a:buNone/>
            </a:pPr>
            <a:endParaRPr lang="en-US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B8B5E718-DB32-6674-D4BE-02730164570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03159" y="4757625"/>
            <a:ext cx="2069432" cy="34000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Designation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A8537F55-5FAD-74EA-FB5C-AD65BDBD2F9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03159" y="4343030"/>
            <a:ext cx="2069432" cy="411958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3" name="Picture Placeholder 11">
            <a:extLst>
              <a:ext uri="{FF2B5EF4-FFF2-40B4-BE49-F238E27FC236}">
                <a16:creationId xmlns:a16="http://schemas.microsoft.com/office/drawing/2014/main" id="{79AD52B5-D46B-A529-383E-98EF6FB0212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767604" y="2167762"/>
            <a:ext cx="2069432" cy="2069432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/>
            </a:lvl1pPr>
          </a:lstStyle>
          <a:p>
            <a:pPr marL="0" lvl="0" indent="0">
              <a:buNone/>
            </a:pPr>
            <a:endParaRPr lang="en-US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1AE2E895-BBF3-ACA0-71AD-F864915376B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67604" y="4757625"/>
            <a:ext cx="2069432" cy="34000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Designation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9B4C77EF-B687-3473-FEA3-0190F090F65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67604" y="4343030"/>
            <a:ext cx="2069432" cy="411958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6" name="Picture Placeholder 11">
            <a:extLst>
              <a:ext uri="{FF2B5EF4-FFF2-40B4-BE49-F238E27FC236}">
                <a16:creationId xmlns:a16="http://schemas.microsoft.com/office/drawing/2014/main" id="{E8F9E0BB-5F9E-7044-A6F3-EF6A384842C9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332049" y="2167762"/>
            <a:ext cx="2069432" cy="2069432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/>
            </a:lvl1pPr>
          </a:lstStyle>
          <a:p>
            <a:pPr marL="0" lvl="0" indent="0">
              <a:buNone/>
            </a:pPr>
            <a:endParaRPr lang="en-US"/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FA2104E5-E650-68C8-E76C-B3CB2FAAA73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32049" y="4757625"/>
            <a:ext cx="2069432" cy="34000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Designation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14544DB6-2A4D-8708-142A-F056F3814A1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332049" y="4343030"/>
            <a:ext cx="2069432" cy="411958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9" name="Picture Placeholder 11">
            <a:extLst>
              <a:ext uri="{FF2B5EF4-FFF2-40B4-BE49-F238E27FC236}">
                <a16:creationId xmlns:a16="http://schemas.microsoft.com/office/drawing/2014/main" id="{3C46EA8C-DB0B-F929-0F78-F236887423FB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8896494" y="2167762"/>
            <a:ext cx="2069432" cy="2069432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/>
            </a:lvl1pPr>
          </a:lstStyle>
          <a:p>
            <a:pPr marL="0" lvl="0" indent="0">
              <a:buNone/>
            </a:pPr>
            <a:endParaRPr lang="en-US"/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35386C69-5210-6ABA-1737-EBB032A9686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896494" y="4757625"/>
            <a:ext cx="2069432" cy="34000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Designation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A95DED95-1DFA-5011-E856-487E0BF3D02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896494" y="4343030"/>
            <a:ext cx="2069432" cy="411958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</p:spTree>
    <p:extLst>
      <p:ext uri="{BB962C8B-B14F-4D97-AF65-F5344CB8AC3E}">
        <p14:creationId xmlns:p14="http://schemas.microsoft.com/office/powerpoint/2010/main" val="3514874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9848">
          <p15:clr>
            <a:srgbClr val="FBAE40"/>
          </p15:clr>
        </p15:guide>
        <p15:guide id="4" orient="horz" pos="5424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07V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FF1DBEE-BA8F-4618-BF57-BEEB95047B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516" y="219869"/>
            <a:ext cx="373155" cy="364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Line">
            <a:extLst>
              <a:ext uri="{FF2B5EF4-FFF2-40B4-BE49-F238E27FC236}">
                <a16:creationId xmlns:a16="http://schemas.microsoft.com/office/drawing/2014/main" id="{B6DF2F05-FD6A-291F-179A-BE2A76DF883B}"/>
              </a:ext>
            </a:extLst>
          </p:cNvPr>
          <p:cNvSpPr/>
          <p:nvPr userDrawn="1"/>
        </p:nvSpPr>
        <p:spPr>
          <a:xfrm>
            <a:off x="587375" y="5980775"/>
            <a:ext cx="11012343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endParaRPr sz="135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4E9220F-E5C9-CFB9-AA17-FDE8B4DC7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584201"/>
            <a:ext cx="11017250" cy="930274"/>
          </a:xfrm>
        </p:spPr>
        <p:txBody>
          <a:bodyPr wrap="square" anchor="t">
            <a:noAutofit/>
          </a:bodyPr>
          <a:lstStyle>
            <a:lvl1pPr>
              <a:defRPr sz="4400" b="0">
                <a:latin typeface="+mj-lt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ED2A23B5-C0B6-3AAC-B354-EC615F3EB561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87374" y="1742979"/>
            <a:ext cx="3146425" cy="314642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/>
            </a:lvl1pPr>
          </a:lstStyle>
          <a:p>
            <a:pPr marL="0" lvl="0" indent="0">
              <a:buNone/>
            </a:pPr>
            <a:endParaRPr lang="en-US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B8B5E718-DB32-6674-D4BE-02730164570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7375" y="5421003"/>
            <a:ext cx="3146424" cy="34000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Designation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A8537F55-5FAD-74EA-FB5C-AD65BDBD2F9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7375" y="5006408"/>
            <a:ext cx="3146424" cy="411958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280399A8-15CE-2DFF-5058-EFBACF8E1995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466992" y="1742980"/>
            <a:ext cx="1314546" cy="1314546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/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CD373013-0B26-6B5B-FBAF-316FE45516C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152530" y="3431637"/>
            <a:ext cx="1943470" cy="27141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Designation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B923D3A7-6717-BFDA-8B77-AFD57270C03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152530" y="3157586"/>
            <a:ext cx="1943470" cy="27141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8" name="Picture Placeholder 11">
            <a:extLst>
              <a:ext uri="{FF2B5EF4-FFF2-40B4-BE49-F238E27FC236}">
                <a16:creationId xmlns:a16="http://schemas.microsoft.com/office/drawing/2014/main" id="{17495C65-A9C2-6760-2EB8-69403C67F2E0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218851" y="1742980"/>
            <a:ext cx="1314546" cy="1314546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/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DDF48EA3-FB19-95D5-B88B-76DBBD60329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904389" y="3431637"/>
            <a:ext cx="1943470" cy="27141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Designation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5D27D937-0E3B-2890-AFF1-25E31909742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904389" y="3157586"/>
            <a:ext cx="1943470" cy="27141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5" name="Picture Placeholder 11">
            <a:extLst>
              <a:ext uri="{FF2B5EF4-FFF2-40B4-BE49-F238E27FC236}">
                <a16:creationId xmlns:a16="http://schemas.microsoft.com/office/drawing/2014/main" id="{7202B847-E0E1-159C-2E66-8AAB18E5322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970710" y="1742980"/>
            <a:ext cx="1314546" cy="1314546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/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BD9BDBC7-69ED-25DC-FA05-C0DC44C066F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656248" y="3431637"/>
            <a:ext cx="1943470" cy="27141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Designation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B8F57406-E682-8E44-344A-43D480008DE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656248" y="3157586"/>
            <a:ext cx="1943470" cy="27141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8" name="Picture Placeholder 11">
            <a:extLst>
              <a:ext uri="{FF2B5EF4-FFF2-40B4-BE49-F238E27FC236}">
                <a16:creationId xmlns:a16="http://schemas.microsoft.com/office/drawing/2014/main" id="{7EA507F2-8F21-5B8D-A430-E3CCA8808BCC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4466992" y="3797781"/>
            <a:ext cx="1314546" cy="1314546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/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DFEEA7A4-D686-069A-7619-036033546E3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152530" y="5486438"/>
            <a:ext cx="1943470" cy="27141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Designation</a:t>
            </a:r>
          </a:p>
        </p:txBody>
      </p:sp>
      <p:sp>
        <p:nvSpPr>
          <p:cNvPr id="40" name="Text Placeholder 10">
            <a:extLst>
              <a:ext uri="{FF2B5EF4-FFF2-40B4-BE49-F238E27FC236}">
                <a16:creationId xmlns:a16="http://schemas.microsoft.com/office/drawing/2014/main" id="{6D0E6F41-E353-0280-9245-862650AA971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152530" y="5212387"/>
            <a:ext cx="1943470" cy="27141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41" name="Picture Placeholder 11">
            <a:extLst>
              <a:ext uri="{FF2B5EF4-FFF2-40B4-BE49-F238E27FC236}">
                <a16:creationId xmlns:a16="http://schemas.microsoft.com/office/drawing/2014/main" id="{8361E199-4608-07FF-5390-537E1B4A32CF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7218851" y="3797781"/>
            <a:ext cx="1314546" cy="1314546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/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42" name="Text Placeholder 10">
            <a:extLst>
              <a:ext uri="{FF2B5EF4-FFF2-40B4-BE49-F238E27FC236}">
                <a16:creationId xmlns:a16="http://schemas.microsoft.com/office/drawing/2014/main" id="{F4E645ED-7EAC-EFE4-7C86-0C22E5F0FC3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904389" y="5486438"/>
            <a:ext cx="1943470" cy="27141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Designation</a:t>
            </a:r>
          </a:p>
        </p:txBody>
      </p:sp>
      <p:sp>
        <p:nvSpPr>
          <p:cNvPr id="43" name="Text Placeholder 10">
            <a:extLst>
              <a:ext uri="{FF2B5EF4-FFF2-40B4-BE49-F238E27FC236}">
                <a16:creationId xmlns:a16="http://schemas.microsoft.com/office/drawing/2014/main" id="{7C9D7F74-4B1D-C06D-8CE4-C1D04189452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904389" y="5212387"/>
            <a:ext cx="1943470" cy="27141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44" name="Picture Placeholder 11">
            <a:extLst>
              <a:ext uri="{FF2B5EF4-FFF2-40B4-BE49-F238E27FC236}">
                <a16:creationId xmlns:a16="http://schemas.microsoft.com/office/drawing/2014/main" id="{44C112AC-01D2-5A50-3BE6-431FA98B10A6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9970710" y="3797781"/>
            <a:ext cx="1314546" cy="1314546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/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45" name="Text Placeholder 10">
            <a:extLst>
              <a:ext uri="{FF2B5EF4-FFF2-40B4-BE49-F238E27FC236}">
                <a16:creationId xmlns:a16="http://schemas.microsoft.com/office/drawing/2014/main" id="{B89CF107-8F86-DA07-E1F1-90E54AC2B51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656248" y="5486438"/>
            <a:ext cx="1943470" cy="27141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Designation</a:t>
            </a:r>
          </a:p>
        </p:txBody>
      </p:sp>
      <p:sp>
        <p:nvSpPr>
          <p:cNvPr id="46" name="Text Placeholder 10">
            <a:extLst>
              <a:ext uri="{FF2B5EF4-FFF2-40B4-BE49-F238E27FC236}">
                <a16:creationId xmlns:a16="http://schemas.microsoft.com/office/drawing/2014/main" id="{CA77B277-9F84-AA4E-61B2-C9953C47B90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656248" y="5212387"/>
            <a:ext cx="1943470" cy="27141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</p:spTree>
    <p:extLst>
      <p:ext uri="{BB962C8B-B14F-4D97-AF65-F5344CB8AC3E}">
        <p14:creationId xmlns:p14="http://schemas.microsoft.com/office/powerpoint/2010/main" val="18879102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9848">
          <p15:clr>
            <a:srgbClr val="FBAE40"/>
          </p15:clr>
        </p15:guide>
        <p15:guide id="4" orient="horz" pos="5424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08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FF1DBEE-BA8F-4618-BF57-BEEB95047B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516" y="219869"/>
            <a:ext cx="373155" cy="364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Line">
            <a:extLst>
              <a:ext uri="{FF2B5EF4-FFF2-40B4-BE49-F238E27FC236}">
                <a16:creationId xmlns:a16="http://schemas.microsoft.com/office/drawing/2014/main" id="{B6DF2F05-FD6A-291F-179A-BE2A76DF883B}"/>
              </a:ext>
            </a:extLst>
          </p:cNvPr>
          <p:cNvSpPr/>
          <p:nvPr userDrawn="1"/>
        </p:nvSpPr>
        <p:spPr>
          <a:xfrm>
            <a:off x="587375" y="5980775"/>
            <a:ext cx="11012343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endParaRPr sz="135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4E9220F-E5C9-CFB9-AA17-FDE8B4DC7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584201"/>
            <a:ext cx="11017250" cy="930274"/>
          </a:xfrm>
        </p:spPr>
        <p:txBody>
          <a:bodyPr wrap="square" anchor="t">
            <a:noAutofit/>
          </a:bodyPr>
          <a:lstStyle>
            <a:lvl1pPr>
              <a:defRPr sz="4400" b="0">
                <a:latin typeface="+mj-lt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DE3854D-6A50-C211-16CD-27AD19F6FF5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7375" y="1607519"/>
            <a:ext cx="11017250" cy="4133264"/>
          </a:xfrm>
        </p:spPr>
        <p:txBody>
          <a:bodyPr/>
          <a:lstStyle>
            <a:lvl1pPr>
              <a:buClr>
                <a:schemeClr val="tx1"/>
              </a:buClr>
              <a:defRPr sz="1800"/>
            </a:lvl1pPr>
            <a:lvl2pPr>
              <a:buClr>
                <a:schemeClr val="tx1"/>
              </a:buClr>
              <a:defRPr sz="1400"/>
            </a:lvl2pPr>
            <a:lvl3pPr>
              <a:buClr>
                <a:schemeClr val="tx1"/>
              </a:buClr>
              <a:defRPr sz="1200"/>
            </a:lvl3pPr>
            <a:lvl4pPr>
              <a:buClr>
                <a:schemeClr val="tx1"/>
              </a:buClr>
              <a:defRPr sz="1100"/>
            </a:lvl4pPr>
            <a:lvl5pPr>
              <a:buClr>
                <a:schemeClr val="tx1"/>
              </a:buClr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572246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9848">
          <p15:clr>
            <a:srgbClr val="FBAE40"/>
          </p15:clr>
        </p15:guide>
        <p15:guide id="4" orient="horz" pos="5424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 S09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FF1DBEE-BA8F-4618-BF57-BEEB95047B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516" y="219869"/>
            <a:ext cx="373155" cy="364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Line">
            <a:extLst>
              <a:ext uri="{FF2B5EF4-FFF2-40B4-BE49-F238E27FC236}">
                <a16:creationId xmlns:a16="http://schemas.microsoft.com/office/drawing/2014/main" id="{B6DF2F05-FD6A-291F-179A-BE2A76DF883B}"/>
              </a:ext>
            </a:extLst>
          </p:cNvPr>
          <p:cNvSpPr/>
          <p:nvPr userDrawn="1"/>
        </p:nvSpPr>
        <p:spPr>
          <a:xfrm>
            <a:off x="587375" y="5980775"/>
            <a:ext cx="11012343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endParaRPr sz="135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4E9220F-E5C9-CFB9-AA17-FDE8B4DC7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6" y="2620963"/>
            <a:ext cx="4679950" cy="1616074"/>
          </a:xfrm>
        </p:spPr>
        <p:txBody>
          <a:bodyPr wrap="square" anchor="ctr">
            <a:noAutofit/>
          </a:bodyPr>
          <a:lstStyle>
            <a:lvl1pPr>
              <a:defRPr sz="4400" b="0">
                <a:latin typeface="+mj-lt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7FDD0AB9-57DA-26EE-6569-8EC25F064C2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1" y="2093684"/>
            <a:ext cx="5503718" cy="3275941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2A3DD38-5D79-7EB9-84A7-32AE005050F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1" y="1488375"/>
            <a:ext cx="5503718" cy="602673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418211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9848">
          <p15:clr>
            <a:srgbClr val="FBAE40"/>
          </p15:clr>
        </p15:guide>
        <p15:guide id="4" orient="horz" pos="5424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ext Box T20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8E111DB-A4F6-727D-9A45-519DB447A1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516" y="219869"/>
            <a:ext cx="373155" cy="364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Line">
            <a:extLst>
              <a:ext uri="{FF2B5EF4-FFF2-40B4-BE49-F238E27FC236}">
                <a16:creationId xmlns:a16="http://schemas.microsoft.com/office/drawing/2014/main" id="{3D91454C-2D8A-6AD6-FE36-673AA157BE7E}"/>
              </a:ext>
            </a:extLst>
          </p:cNvPr>
          <p:cNvSpPr/>
          <p:nvPr userDrawn="1"/>
        </p:nvSpPr>
        <p:spPr>
          <a:xfrm>
            <a:off x="587375" y="5980775"/>
            <a:ext cx="11012343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endParaRPr sz="135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E9853BD-2C47-5262-7D17-F184BC6D0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6" y="1048756"/>
            <a:ext cx="5075093" cy="2252127"/>
          </a:xfrm>
        </p:spPr>
        <p:txBody>
          <a:bodyPr wrap="square" anchor="t">
            <a:noAutofit/>
          </a:bodyPr>
          <a:lstStyle>
            <a:lvl1pPr>
              <a:defRPr sz="4400" b="0">
                <a:latin typeface="+mj-lt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04BF9382-7FB9-E1CE-FF1D-7EF9A988C7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2282" y="4162426"/>
            <a:ext cx="5075093" cy="164681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5E5ED50-C23B-550A-A44E-B22012AFB5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92282" y="3557116"/>
            <a:ext cx="5075093" cy="602673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Picture Placeholder 11">
            <a:extLst>
              <a:ext uri="{FF2B5EF4-FFF2-40B4-BE49-F238E27FC236}">
                <a16:creationId xmlns:a16="http://schemas.microsoft.com/office/drawing/2014/main" id="{F447F3BF-FB5F-7BF4-0721-176FD94F62D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093546" y="1048759"/>
            <a:ext cx="5503719" cy="4760484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/>
            </a:lvl1pPr>
          </a:lstStyle>
          <a:p>
            <a:pPr marL="0" lv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4508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9848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ext Box T20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8E111DB-A4F6-727D-9A45-519DB447A1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516" y="219869"/>
            <a:ext cx="373155" cy="364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Line">
            <a:extLst>
              <a:ext uri="{FF2B5EF4-FFF2-40B4-BE49-F238E27FC236}">
                <a16:creationId xmlns:a16="http://schemas.microsoft.com/office/drawing/2014/main" id="{3D91454C-2D8A-6AD6-FE36-673AA157BE7E}"/>
              </a:ext>
            </a:extLst>
          </p:cNvPr>
          <p:cNvSpPr/>
          <p:nvPr userDrawn="1"/>
        </p:nvSpPr>
        <p:spPr>
          <a:xfrm>
            <a:off x="587375" y="5980775"/>
            <a:ext cx="11012343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endParaRPr sz="135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E9853BD-2C47-5262-7D17-F184BC6D0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6" y="3429000"/>
            <a:ext cx="5180907" cy="2252127"/>
          </a:xfrm>
        </p:spPr>
        <p:txBody>
          <a:bodyPr wrap="square" anchor="t">
            <a:noAutofit/>
          </a:bodyPr>
          <a:lstStyle>
            <a:lvl1pPr>
              <a:defRPr sz="4400" b="0">
                <a:latin typeface="+mj-lt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04BF9382-7FB9-E1CE-FF1D-7EF9A988C7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0" y="4034310"/>
            <a:ext cx="5501265" cy="164681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5E5ED50-C23B-550A-A44E-B22012AFB5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0" y="3429000"/>
            <a:ext cx="5501265" cy="602673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F447F3BF-FB5F-7BF4-0721-176FD94F62D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84922" y="877223"/>
            <a:ext cx="11012343" cy="214098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/>
            </a:lvl1pPr>
          </a:lstStyle>
          <a:p>
            <a:pPr marL="0" lv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8849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9848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 Boxes T21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F42E324-B3F9-BA8B-E636-0DB5DCF6B8A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486486" y="586129"/>
            <a:ext cx="3113232" cy="522311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/>
            </a:lvl1pPr>
          </a:lstStyle>
          <a:p>
            <a:pPr marL="0" lvl="0" indent="0">
              <a:buNone/>
            </a:pP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C527AC1-99E4-87C5-6AB2-BD537C5E8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6" y="584200"/>
            <a:ext cx="7524750" cy="1901825"/>
          </a:xfrm>
        </p:spPr>
        <p:txBody>
          <a:bodyPr wrap="square" anchor="t">
            <a:noAutofit/>
          </a:bodyPr>
          <a:lstStyle>
            <a:lvl1pPr>
              <a:defRPr sz="4400" b="0">
                <a:latin typeface="+mj-lt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8" name="Line">
            <a:extLst>
              <a:ext uri="{FF2B5EF4-FFF2-40B4-BE49-F238E27FC236}">
                <a16:creationId xmlns:a16="http://schemas.microsoft.com/office/drawing/2014/main" id="{1F89CF16-742B-9AD3-4951-442BF353FEEA}"/>
              </a:ext>
            </a:extLst>
          </p:cNvPr>
          <p:cNvSpPr/>
          <p:nvPr userDrawn="1"/>
        </p:nvSpPr>
        <p:spPr>
          <a:xfrm>
            <a:off x="587375" y="5980775"/>
            <a:ext cx="11012343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endParaRPr sz="1350"/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7D30BC7-CE65-CC64-D5B9-56620BE2ED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2282" y="3429000"/>
            <a:ext cx="3487593" cy="2380243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1D033DD-6852-B385-EDA8-28728327AC6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92282" y="2823691"/>
            <a:ext cx="3487593" cy="602673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7BDB5675-1DBE-D17A-4FE3-C2CA2458D0D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24532" y="3429000"/>
            <a:ext cx="3487593" cy="2380243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A07C8966-04AE-FDD6-79AC-66D7B8C637C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24532" y="2823691"/>
            <a:ext cx="3487593" cy="602673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F186260F-531D-92B8-CE76-F5E12B1A23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516" y="219869"/>
            <a:ext cx="373155" cy="364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15750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9848">
          <p15:clr>
            <a:srgbClr val="FBAE40"/>
          </p15:clr>
        </p15:guide>
        <p15:guide id="3" pos="5110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 Boxes T21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33DF2F9-A4F1-2B9F-C8F3-B759E7EDF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6" y="1485901"/>
            <a:ext cx="5508624" cy="3886198"/>
          </a:xfrm>
        </p:spPr>
        <p:txBody>
          <a:bodyPr wrap="square" anchor="ctr">
            <a:normAutofit/>
          </a:bodyPr>
          <a:lstStyle>
            <a:lvl1pPr>
              <a:defRPr sz="4400" b="0">
                <a:latin typeface="+mj-lt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D01601AA-D8AE-4BD6-36A2-A20A1AD372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516" y="219869"/>
            <a:ext cx="373155" cy="364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2941D97-0B66-6521-13A9-02960E203AF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4203" y="2091211"/>
            <a:ext cx="5218313" cy="120063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A9F5550A-9C41-9F87-9AE0-A1876ABFBA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4203" y="1485901"/>
            <a:ext cx="5218313" cy="602673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E3A9DCB9-42A9-E7BF-9C94-4D37BE89E6C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84203" y="4171471"/>
            <a:ext cx="5218313" cy="120063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917D2F7D-1D50-2F04-6A4D-56E6206726A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4203" y="3566161"/>
            <a:ext cx="5218313" cy="602673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Line">
            <a:extLst>
              <a:ext uri="{FF2B5EF4-FFF2-40B4-BE49-F238E27FC236}">
                <a16:creationId xmlns:a16="http://schemas.microsoft.com/office/drawing/2014/main" id="{0AE32FE4-0AB2-5893-8C16-25FAF24256A9}"/>
              </a:ext>
            </a:extLst>
          </p:cNvPr>
          <p:cNvSpPr/>
          <p:nvPr userDrawn="1"/>
        </p:nvSpPr>
        <p:spPr>
          <a:xfrm>
            <a:off x="587375" y="5980775"/>
            <a:ext cx="11012343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endParaRPr sz="1350"/>
          </a:p>
        </p:txBody>
      </p:sp>
    </p:spTree>
    <p:extLst>
      <p:ext uri="{BB962C8B-B14F-4D97-AF65-F5344CB8AC3E}">
        <p14:creationId xmlns:p14="http://schemas.microsoft.com/office/powerpoint/2010/main" val="18130206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9848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 Boxes T21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D96AF8D7-D3E5-B5C6-030A-DFBC5AEC7D0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84200" y="3429000"/>
            <a:ext cx="5511800" cy="225212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1D6DEB02-D09E-230B-231B-1D0048DD1A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516" y="219869"/>
            <a:ext cx="373155" cy="364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3D157B0-4969-ADC8-40E4-929945CB2B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4203" y="1577362"/>
            <a:ext cx="5218313" cy="164681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F8E728C4-FE95-3A47-6E1C-B8E8B5B401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4203" y="972052"/>
            <a:ext cx="5218313" cy="602673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26FC5DA4-62A0-88FF-BF5D-9EA632428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972048"/>
            <a:ext cx="5508625" cy="2252123"/>
          </a:xfrm>
        </p:spPr>
        <p:txBody>
          <a:bodyPr wrap="square" anchor="t">
            <a:noAutofit/>
          </a:bodyPr>
          <a:lstStyle>
            <a:lvl1pPr>
              <a:defRPr sz="4400" b="0">
                <a:latin typeface="+mj-lt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C34A76BF-7489-7BC1-4760-2B92A24DE35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84203" y="4034310"/>
            <a:ext cx="5218313" cy="164681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8604F45B-3785-242D-920C-8E91ADB14F1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384203" y="3429000"/>
            <a:ext cx="5218313" cy="602673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Line">
            <a:extLst>
              <a:ext uri="{FF2B5EF4-FFF2-40B4-BE49-F238E27FC236}">
                <a16:creationId xmlns:a16="http://schemas.microsoft.com/office/drawing/2014/main" id="{2A5B4396-2277-277B-B196-5F18A5AF43D4}"/>
              </a:ext>
            </a:extLst>
          </p:cNvPr>
          <p:cNvSpPr/>
          <p:nvPr userDrawn="1"/>
        </p:nvSpPr>
        <p:spPr>
          <a:xfrm>
            <a:off x="587375" y="5980775"/>
            <a:ext cx="11012343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endParaRPr sz="1350"/>
          </a:p>
        </p:txBody>
      </p:sp>
    </p:spTree>
    <p:extLst>
      <p:ext uri="{BB962C8B-B14F-4D97-AF65-F5344CB8AC3E}">
        <p14:creationId xmlns:p14="http://schemas.microsoft.com/office/powerpoint/2010/main" val="37174687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9848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 Boxes T22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BE5FA-A73B-B042-4DB2-FDFE66B5A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6" y="584200"/>
            <a:ext cx="7524750" cy="1901825"/>
          </a:xfrm>
        </p:spPr>
        <p:txBody>
          <a:bodyPr wrap="square" anchor="t">
            <a:noAutofit/>
          </a:bodyPr>
          <a:lstStyle>
            <a:lvl1pPr>
              <a:defRPr sz="4400" b="0">
                <a:latin typeface="+mj-lt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AE235B5-1CFD-192F-6EB8-F70885CA89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2282" y="3429000"/>
            <a:ext cx="3283527" cy="2380243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5E227211-DEE4-1F0C-C1BA-C744EE226C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92282" y="2823691"/>
            <a:ext cx="3283527" cy="602673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Line">
            <a:extLst>
              <a:ext uri="{FF2B5EF4-FFF2-40B4-BE49-F238E27FC236}">
                <a16:creationId xmlns:a16="http://schemas.microsoft.com/office/drawing/2014/main" id="{9CC6E57F-E43B-2EE4-AB08-63909F883D55}"/>
              </a:ext>
            </a:extLst>
          </p:cNvPr>
          <p:cNvSpPr/>
          <p:nvPr userDrawn="1"/>
        </p:nvSpPr>
        <p:spPr>
          <a:xfrm>
            <a:off x="587375" y="5980775"/>
            <a:ext cx="11012343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endParaRPr sz="1350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3846A5A-8F37-B136-A0F1-6BD3AD064F5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54237" y="3429000"/>
            <a:ext cx="3283527" cy="2380243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368FC9E-CAA6-CEA5-3C08-5FF7E8DC60B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54237" y="2823691"/>
            <a:ext cx="3283527" cy="602673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DAAA5796-F6FB-A6CA-511A-1EEBFE33698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316190" y="3429000"/>
            <a:ext cx="3283527" cy="2380243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110970-5FFF-B6C8-AFF0-CD5B6482EF0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16190" y="2823691"/>
            <a:ext cx="3283527" cy="602673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34CC8AE1-E3C5-4C60-9B18-3492B10846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516" y="219869"/>
            <a:ext cx="373155" cy="364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40634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9848">
          <p15:clr>
            <a:srgbClr val="FBAE40"/>
          </p15:clr>
        </p15:guide>
        <p15:guide id="4" orient="horz" pos="2160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 Boxes T22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BE5FA-A73B-B042-4DB2-FDFE66B5A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584201"/>
            <a:ext cx="11012341" cy="1141472"/>
          </a:xfrm>
        </p:spPr>
        <p:txBody>
          <a:bodyPr wrap="square" anchor="t">
            <a:noAutofit/>
          </a:bodyPr>
          <a:lstStyle>
            <a:lvl1pPr>
              <a:defRPr sz="4400" b="0">
                <a:latin typeface="+mj-lt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AE235B5-1CFD-192F-6EB8-F70885CA89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8246" y="2211554"/>
            <a:ext cx="7156379" cy="882271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5E227211-DEE4-1F0C-C1BA-C744EE226C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48246" y="1844586"/>
            <a:ext cx="7156379" cy="364331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Line">
            <a:extLst>
              <a:ext uri="{FF2B5EF4-FFF2-40B4-BE49-F238E27FC236}">
                <a16:creationId xmlns:a16="http://schemas.microsoft.com/office/drawing/2014/main" id="{9CC6E57F-E43B-2EE4-AB08-63909F883D55}"/>
              </a:ext>
            </a:extLst>
          </p:cNvPr>
          <p:cNvSpPr/>
          <p:nvPr userDrawn="1"/>
        </p:nvSpPr>
        <p:spPr>
          <a:xfrm>
            <a:off x="587375" y="5980775"/>
            <a:ext cx="11012343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endParaRPr sz="135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34CC8AE1-E3C5-4C60-9B18-3492B10846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516" y="219869"/>
            <a:ext cx="373155" cy="364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5D48B3A2-87CA-D940-DA4C-B9BC3A5460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48246" y="3595572"/>
            <a:ext cx="7156379" cy="882271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9508460C-E2DF-0597-7FA3-BD646563B79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48246" y="3228604"/>
            <a:ext cx="7156379" cy="364331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011F1C81-624D-494F-19CB-D11EAB6E659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48246" y="4979591"/>
            <a:ext cx="7156379" cy="882271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EA329C29-2A56-24DC-D206-CD3C51BC521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48246" y="4612623"/>
            <a:ext cx="7156379" cy="364331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0CB8E3C6-5F85-DE7D-F543-5AF40FCC6F8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87374" y="1844586"/>
            <a:ext cx="3492501" cy="4017272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7712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9848">
          <p15:clr>
            <a:srgbClr val="FBAE40"/>
          </p15:clr>
        </p15:guide>
        <p15:guide id="4" orient="horz" pos="2160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xt Boxes T23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BE5FA-A73B-B042-4DB2-FDFE66B5A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584200"/>
            <a:ext cx="11012343" cy="1231053"/>
          </a:xfrm>
        </p:spPr>
        <p:txBody>
          <a:bodyPr wrap="square" anchor="t">
            <a:noAutofit/>
          </a:bodyPr>
          <a:lstStyle>
            <a:lvl1pPr>
              <a:defRPr sz="4400" b="0">
                <a:latin typeface="+mj-lt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AE235B5-1CFD-192F-6EB8-F70885CA89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2282" y="2755305"/>
            <a:ext cx="4711238" cy="92671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5E227211-DEE4-1F0C-C1BA-C744EE226C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92282" y="2149994"/>
            <a:ext cx="4711238" cy="602673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Line">
            <a:extLst>
              <a:ext uri="{FF2B5EF4-FFF2-40B4-BE49-F238E27FC236}">
                <a16:creationId xmlns:a16="http://schemas.microsoft.com/office/drawing/2014/main" id="{9CC6E57F-E43B-2EE4-AB08-63909F883D55}"/>
              </a:ext>
            </a:extLst>
          </p:cNvPr>
          <p:cNvSpPr/>
          <p:nvPr userDrawn="1"/>
        </p:nvSpPr>
        <p:spPr>
          <a:xfrm>
            <a:off x="587375" y="5980775"/>
            <a:ext cx="11012343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endParaRPr sz="135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34CC8AE1-E3C5-4C60-9B18-3492B10846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516" y="219869"/>
            <a:ext cx="373155" cy="364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B5B4E7CA-7C0D-2BE1-900B-1C0AAE8E91A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2282" y="4627635"/>
            <a:ext cx="4711238" cy="92671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0CB755E1-6469-E746-0C7D-4040975AF08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2282" y="4022324"/>
            <a:ext cx="4711238" cy="602673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EF00055C-4FB4-156A-AF90-9C37A8D31CC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888480" y="2755305"/>
            <a:ext cx="4711238" cy="92671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E6F24C38-45DE-B346-8C83-8374C06A250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888480" y="2149994"/>
            <a:ext cx="4711238" cy="602673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351E3AC4-A8F9-CB05-1D9F-FF0DFB9BE84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888480" y="4627635"/>
            <a:ext cx="4711238" cy="92671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9DD7A8DC-3669-5217-42DD-DCC2E54E0EE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888480" y="4022324"/>
            <a:ext cx="4711238" cy="602673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92531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9848">
          <p15:clr>
            <a:srgbClr val="FBAE40"/>
          </p15:clr>
        </p15:guide>
        <p15:guide id="4" orient="horz" pos="2160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xt Boxes T23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AE235B5-1CFD-192F-6EB8-F70885CA89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2281" y="1852945"/>
            <a:ext cx="7519844" cy="58545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5E227211-DEE4-1F0C-C1BA-C744EE226C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92281" y="1504950"/>
            <a:ext cx="7519844" cy="345356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Line">
            <a:extLst>
              <a:ext uri="{FF2B5EF4-FFF2-40B4-BE49-F238E27FC236}">
                <a16:creationId xmlns:a16="http://schemas.microsoft.com/office/drawing/2014/main" id="{9CC6E57F-E43B-2EE4-AB08-63909F883D55}"/>
              </a:ext>
            </a:extLst>
          </p:cNvPr>
          <p:cNvSpPr/>
          <p:nvPr userDrawn="1"/>
        </p:nvSpPr>
        <p:spPr>
          <a:xfrm>
            <a:off x="587375" y="5980775"/>
            <a:ext cx="11012343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endParaRPr sz="135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34CC8AE1-E3C5-4C60-9B18-3492B10846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516" y="219869"/>
            <a:ext cx="373155" cy="364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C721A43-3435-77D0-8B4B-3D4EBC0A3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584201"/>
            <a:ext cx="11012341" cy="768347"/>
          </a:xfrm>
        </p:spPr>
        <p:txBody>
          <a:bodyPr wrap="square" anchor="t">
            <a:noAutofit/>
          </a:bodyPr>
          <a:lstStyle>
            <a:lvl1pPr>
              <a:defRPr sz="4400" b="0">
                <a:latin typeface="+mj-lt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FA1AF92F-4589-AA32-B2C1-AE52DF317F8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2281" y="2991079"/>
            <a:ext cx="7519844" cy="58545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D2219A9A-C6ED-13A6-A853-EEED783D811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2281" y="2643084"/>
            <a:ext cx="7519844" cy="345356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0988F608-3F86-988F-C4CD-7FFD9486F17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92281" y="4129213"/>
            <a:ext cx="7519844" cy="58545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211F701-C32D-4699-CD3A-A7AE37A22C4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92281" y="3781218"/>
            <a:ext cx="7519844" cy="345356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486D0414-27A3-D725-864E-019081C0A0E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92281" y="5267347"/>
            <a:ext cx="7519844" cy="58545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A70108FE-3FBD-5CF6-3A83-2ED2AA53071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92281" y="4919352"/>
            <a:ext cx="7519844" cy="345356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Picture Placeholder 21">
            <a:extLst>
              <a:ext uri="{FF2B5EF4-FFF2-40B4-BE49-F238E27FC236}">
                <a16:creationId xmlns:a16="http://schemas.microsoft.com/office/drawing/2014/main" id="{A8D27BA7-1C62-86C8-7333-D5A469BD027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239125" y="1504949"/>
            <a:ext cx="3365501" cy="4347851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5073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9848">
          <p15:clr>
            <a:srgbClr val="FBAE40"/>
          </p15:clr>
        </p15:guide>
        <p15:guide id="4" orient="horz" pos="2160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with Contents C40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FF1DBEE-BA8F-4618-BF57-BEEB95047B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516" y="219869"/>
            <a:ext cx="373155" cy="364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Line">
            <a:extLst>
              <a:ext uri="{FF2B5EF4-FFF2-40B4-BE49-F238E27FC236}">
                <a16:creationId xmlns:a16="http://schemas.microsoft.com/office/drawing/2014/main" id="{B6DF2F05-FD6A-291F-179A-BE2A76DF883B}"/>
              </a:ext>
            </a:extLst>
          </p:cNvPr>
          <p:cNvSpPr/>
          <p:nvPr userDrawn="1"/>
        </p:nvSpPr>
        <p:spPr>
          <a:xfrm>
            <a:off x="587375" y="5980775"/>
            <a:ext cx="11012343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pPr lvl="0"/>
            <a:endParaRPr sz="135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4E9220F-E5C9-CFB9-AA17-FDE8B4DC7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584201"/>
            <a:ext cx="11017250" cy="930274"/>
          </a:xfrm>
        </p:spPr>
        <p:txBody>
          <a:bodyPr wrap="square" anchor="t">
            <a:noAutofit/>
          </a:bodyPr>
          <a:lstStyle>
            <a:lvl1pPr>
              <a:defRPr sz="4400" b="0">
                <a:latin typeface="+mj-lt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7988FCE7-9EEA-20F9-FBD0-9FBD8476DD5C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87375" y="2568072"/>
            <a:ext cx="11012488" cy="3289804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GB"/>
            </a:lvl1pPr>
          </a:lstStyle>
          <a:p>
            <a:pPr marL="0" lvl="0" indent="0">
              <a:buNone/>
            </a:pPr>
            <a:endParaRPr lang="en-GB" dirty="0"/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77BE0BDB-DAD5-EE16-7948-5AC3A142011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4200" y="1623826"/>
            <a:ext cx="11012343" cy="83489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597869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9848">
          <p15:clr>
            <a:srgbClr val="FBAE40"/>
          </p15:clr>
        </p15:guide>
        <p15:guide id="4" orient="horz" pos="5424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Radial Bars C41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FF1DBEE-BA8F-4618-BF57-BEEB95047B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516" y="219869"/>
            <a:ext cx="373155" cy="364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Line">
            <a:extLst>
              <a:ext uri="{FF2B5EF4-FFF2-40B4-BE49-F238E27FC236}">
                <a16:creationId xmlns:a16="http://schemas.microsoft.com/office/drawing/2014/main" id="{B6DF2F05-FD6A-291F-179A-BE2A76DF883B}"/>
              </a:ext>
            </a:extLst>
          </p:cNvPr>
          <p:cNvSpPr/>
          <p:nvPr userDrawn="1"/>
        </p:nvSpPr>
        <p:spPr>
          <a:xfrm>
            <a:off x="587375" y="5980775"/>
            <a:ext cx="11012343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pPr lvl="0"/>
            <a:endParaRPr sz="135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4E9220F-E5C9-CFB9-AA17-FDE8B4DC7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584201"/>
            <a:ext cx="11012343" cy="930274"/>
          </a:xfrm>
        </p:spPr>
        <p:txBody>
          <a:bodyPr wrap="square" anchor="t">
            <a:noAutofit/>
          </a:bodyPr>
          <a:lstStyle>
            <a:lvl1pPr>
              <a:defRPr sz="4400" b="0">
                <a:latin typeface="+mj-lt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F03E1A22-15E6-99B0-0EA7-06EE8A7893A3}"/>
              </a:ext>
            </a:extLst>
          </p:cNvPr>
          <p:cNvSpPr/>
          <p:nvPr userDrawn="1"/>
        </p:nvSpPr>
        <p:spPr>
          <a:xfrm>
            <a:off x="5305354" y="1789592"/>
            <a:ext cx="1581292" cy="1581292"/>
          </a:xfrm>
          <a:prstGeom prst="ellipse">
            <a:avLst/>
          </a:prstGeom>
          <a:noFill/>
          <a:ln w="76200">
            <a:solidFill>
              <a:schemeClr val="tx1">
                <a:lumMod val="75000"/>
                <a:lumOff val="25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99D06AB7-04E5-F10D-C6B2-F7500B7940E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305354" y="1789592"/>
            <a:ext cx="1581292" cy="1581292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defRPr lang="en-GB" sz="1000" dirty="0">
                <a:solidFill>
                  <a:sysClr val="windowText" lastClr="000000">
                    <a:alpha val="0"/>
                  </a:sysClr>
                </a:solidFill>
              </a:defRPr>
            </a:lvl1pPr>
          </a:lstStyle>
          <a:p>
            <a:pPr lvl="0" algn="ctr" defTabSz="914400"/>
            <a:r>
              <a:rPr lang="en-US" dirty="0"/>
              <a:t> </a:t>
            </a:r>
            <a:endParaRPr lang="en-GB" dirty="0"/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4685B14C-E40C-F7E2-A95A-62159344B5F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466420" y="2209897"/>
            <a:ext cx="1259160" cy="76018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8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34" name="Text Placeholder 10">
            <a:extLst>
              <a:ext uri="{FF2B5EF4-FFF2-40B4-BE49-F238E27FC236}">
                <a16:creationId xmlns:a16="http://schemas.microsoft.com/office/drawing/2014/main" id="{86B3DB33-A6B3-A4C5-F0E6-DC55F19D70D9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555403" y="4162426"/>
            <a:ext cx="3081194" cy="1646818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5" name="Text Placeholder 10">
            <a:extLst>
              <a:ext uri="{FF2B5EF4-FFF2-40B4-BE49-F238E27FC236}">
                <a16:creationId xmlns:a16="http://schemas.microsoft.com/office/drawing/2014/main" id="{54694B27-8DC7-C525-588E-4C16A561466F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4555403" y="3557116"/>
            <a:ext cx="3081194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1A1521D1-FFE0-846B-905D-ED44508458C3}"/>
              </a:ext>
            </a:extLst>
          </p:cNvPr>
          <p:cNvSpPr/>
          <p:nvPr userDrawn="1"/>
        </p:nvSpPr>
        <p:spPr>
          <a:xfrm>
            <a:off x="9273382" y="1789592"/>
            <a:ext cx="1581292" cy="1581292"/>
          </a:xfrm>
          <a:prstGeom prst="ellipse">
            <a:avLst/>
          </a:prstGeom>
          <a:noFill/>
          <a:ln w="76200">
            <a:solidFill>
              <a:schemeClr val="tx1">
                <a:lumMod val="75000"/>
                <a:lumOff val="25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028DE5FF-7013-50C3-69CB-1D219D8FD72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273382" y="1789592"/>
            <a:ext cx="1581292" cy="1581292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defRPr lang="en-GB" sz="1000" dirty="0">
                <a:solidFill>
                  <a:sysClr val="windowText" lastClr="000000">
                    <a:alpha val="0"/>
                  </a:sysClr>
                </a:solidFill>
              </a:defRPr>
            </a:lvl1pPr>
          </a:lstStyle>
          <a:p>
            <a:pPr lvl="0" algn="ctr" defTabSz="914400"/>
            <a:r>
              <a:rPr lang="en-US" dirty="0"/>
              <a:t> </a:t>
            </a:r>
            <a:endParaRPr lang="en-GB" dirty="0"/>
          </a:p>
        </p:txBody>
      </p:sp>
      <p:sp>
        <p:nvSpPr>
          <p:cNvPr id="38" name="Text Placeholder 6">
            <a:extLst>
              <a:ext uri="{FF2B5EF4-FFF2-40B4-BE49-F238E27FC236}">
                <a16:creationId xmlns:a16="http://schemas.microsoft.com/office/drawing/2014/main" id="{D17E3F93-5287-1C6E-FE4B-77D084A6F42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434448" y="2209897"/>
            <a:ext cx="1259160" cy="76018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8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53CD59CD-553C-A0E8-A2B0-ACF10EE8B74B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8523431" y="4162426"/>
            <a:ext cx="3081194" cy="1646818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0" name="Text Placeholder 10">
            <a:extLst>
              <a:ext uri="{FF2B5EF4-FFF2-40B4-BE49-F238E27FC236}">
                <a16:creationId xmlns:a16="http://schemas.microsoft.com/office/drawing/2014/main" id="{73CC586C-1DE6-C4A2-E2B1-396F978D6A12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523431" y="3557116"/>
            <a:ext cx="3081194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38AEAC67-8C7E-3DFC-9352-943F1621542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84200" y="1686005"/>
            <a:ext cx="3495675" cy="412323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5759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9848">
          <p15:clr>
            <a:srgbClr val="FBAE40"/>
          </p15:clr>
        </p15:guide>
        <p15:guide id="3" pos="5120">
          <p15:clr>
            <a:srgbClr val="FBAE40"/>
          </p15:clr>
        </p15:guide>
        <p15:guide id="4" orient="horz" pos="5424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Radial Bars C42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FF1DBEE-BA8F-4618-BF57-BEEB95047B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516" y="219869"/>
            <a:ext cx="373155" cy="364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9EE2173-7CDA-D701-7A87-6EDF98DA0CFF}"/>
              </a:ext>
            </a:extLst>
          </p:cNvPr>
          <p:cNvSpPr/>
          <p:nvPr userDrawn="1"/>
        </p:nvSpPr>
        <p:spPr>
          <a:xfrm>
            <a:off x="1337326" y="1789592"/>
            <a:ext cx="1581292" cy="1581292"/>
          </a:xfrm>
          <a:prstGeom prst="ellipse">
            <a:avLst/>
          </a:prstGeom>
          <a:noFill/>
          <a:ln w="76200">
            <a:solidFill>
              <a:schemeClr val="tx1">
                <a:lumMod val="75000"/>
                <a:lumOff val="25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1C2CD237-3717-AD86-1213-EFB7F229ECE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337326" y="1789592"/>
            <a:ext cx="1581292" cy="1581292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defRPr lang="en-GB" sz="1000" dirty="0">
                <a:solidFill>
                  <a:sysClr val="windowText" lastClr="000000">
                    <a:alpha val="0"/>
                  </a:sysClr>
                </a:solidFill>
              </a:defRPr>
            </a:lvl1pPr>
          </a:lstStyle>
          <a:p>
            <a:pPr lvl="0" algn="ctr" defTabSz="914400"/>
            <a:r>
              <a:rPr lang="en-US" dirty="0"/>
              <a:t> </a:t>
            </a:r>
            <a:endParaRPr lang="en-GB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56DBD21C-3AA1-5D99-9B09-44D96B28CE4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498392" y="2209897"/>
            <a:ext cx="1259160" cy="76018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875A0D9D-9999-05ED-97DF-82D46D5EC5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5" y="4162426"/>
            <a:ext cx="3081194" cy="1646818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783E987C-2F68-C340-20FB-50AA6EA04A9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375" y="3557116"/>
            <a:ext cx="3081194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Line">
            <a:extLst>
              <a:ext uri="{FF2B5EF4-FFF2-40B4-BE49-F238E27FC236}">
                <a16:creationId xmlns:a16="http://schemas.microsoft.com/office/drawing/2014/main" id="{B6DF2F05-FD6A-291F-179A-BE2A76DF883B}"/>
              </a:ext>
            </a:extLst>
          </p:cNvPr>
          <p:cNvSpPr/>
          <p:nvPr userDrawn="1"/>
        </p:nvSpPr>
        <p:spPr>
          <a:xfrm>
            <a:off x="587375" y="5980775"/>
            <a:ext cx="11012343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pPr lvl="0"/>
            <a:endParaRPr sz="135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4E9220F-E5C9-CFB9-AA17-FDE8B4DC7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584201"/>
            <a:ext cx="11017250" cy="930274"/>
          </a:xfrm>
        </p:spPr>
        <p:txBody>
          <a:bodyPr wrap="square" anchor="t">
            <a:noAutofit/>
          </a:bodyPr>
          <a:lstStyle>
            <a:lvl1pPr>
              <a:defRPr sz="4400" b="0">
                <a:latin typeface="+mj-lt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F03E1A22-15E6-99B0-0EA7-06EE8A7893A3}"/>
              </a:ext>
            </a:extLst>
          </p:cNvPr>
          <p:cNvSpPr/>
          <p:nvPr userDrawn="1"/>
        </p:nvSpPr>
        <p:spPr>
          <a:xfrm>
            <a:off x="5305354" y="1789592"/>
            <a:ext cx="1581292" cy="1581292"/>
          </a:xfrm>
          <a:prstGeom prst="ellipse">
            <a:avLst/>
          </a:prstGeom>
          <a:noFill/>
          <a:ln w="76200">
            <a:solidFill>
              <a:schemeClr val="tx1">
                <a:lumMod val="75000"/>
                <a:lumOff val="25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99D06AB7-04E5-F10D-C6B2-F7500B7940E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305354" y="1789592"/>
            <a:ext cx="1581292" cy="1581292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defRPr lang="en-GB" sz="1000" dirty="0">
                <a:solidFill>
                  <a:sysClr val="windowText" lastClr="000000">
                    <a:alpha val="0"/>
                  </a:sysClr>
                </a:solidFill>
              </a:defRPr>
            </a:lvl1pPr>
          </a:lstStyle>
          <a:p>
            <a:pPr lvl="0" algn="ctr" defTabSz="914400"/>
            <a:r>
              <a:rPr lang="en-US" dirty="0"/>
              <a:t> </a:t>
            </a:r>
            <a:endParaRPr lang="en-GB" dirty="0"/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4685B14C-E40C-F7E2-A95A-62159344B5F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466420" y="2209897"/>
            <a:ext cx="1259160" cy="76018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34" name="Text Placeholder 10">
            <a:extLst>
              <a:ext uri="{FF2B5EF4-FFF2-40B4-BE49-F238E27FC236}">
                <a16:creationId xmlns:a16="http://schemas.microsoft.com/office/drawing/2014/main" id="{86B3DB33-A6B3-A4C5-F0E6-DC55F19D70D9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555403" y="4162426"/>
            <a:ext cx="3081194" cy="1646818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5" name="Text Placeholder 10">
            <a:extLst>
              <a:ext uri="{FF2B5EF4-FFF2-40B4-BE49-F238E27FC236}">
                <a16:creationId xmlns:a16="http://schemas.microsoft.com/office/drawing/2014/main" id="{54694B27-8DC7-C525-588E-4C16A561466F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4555403" y="3557116"/>
            <a:ext cx="3081194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1A1521D1-FFE0-846B-905D-ED44508458C3}"/>
              </a:ext>
            </a:extLst>
          </p:cNvPr>
          <p:cNvSpPr/>
          <p:nvPr userDrawn="1"/>
        </p:nvSpPr>
        <p:spPr>
          <a:xfrm>
            <a:off x="9273382" y="1789592"/>
            <a:ext cx="1581292" cy="1581292"/>
          </a:xfrm>
          <a:prstGeom prst="ellipse">
            <a:avLst/>
          </a:prstGeom>
          <a:noFill/>
          <a:ln w="76200">
            <a:solidFill>
              <a:schemeClr val="tx1">
                <a:lumMod val="75000"/>
                <a:lumOff val="25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028DE5FF-7013-50C3-69CB-1D219D8FD72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273382" y="1789592"/>
            <a:ext cx="1581292" cy="1581292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defRPr lang="en-GB" sz="1000" dirty="0">
                <a:solidFill>
                  <a:sysClr val="windowText" lastClr="000000">
                    <a:alpha val="0"/>
                  </a:sysClr>
                </a:solidFill>
              </a:defRPr>
            </a:lvl1pPr>
          </a:lstStyle>
          <a:p>
            <a:pPr lvl="0" algn="ctr" defTabSz="914400"/>
            <a:r>
              <a:rPr lang="en-US" dirty="0"/>
              <a:t> </a:t>
            </a:r>
            <a:endParaRPr lang="en-GB" dirty="0"/>
          </a:p>
        </p:txBody>
      </p:sp>
      <p:sp>
        <p:nvSpPr>
          <p:cNvPr id="38" name="Text Placeholder 6">
            <a:extLst>
              <a:ext uri="{FF2B5EF4-FFF2-40B4-BE49-F238E27FC236}">
                <a16:creationId xmlns:a16="http://schemas.microsoft.com/office/drawing/2014/main" id="{D17E3F93-5287-1C6E-FE4B-77D084A6F42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434448" y="2209897"/>
            <a:ext cx="1259160" cy="76018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53CD59CD-553C-A0E8-A2B0-ACF10EE8B74B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8523431" y="4162426"/>
            <a:ext cx="3081194" cy="1646818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0" name="Text Placeholder 10">
            <a:extLst>
              <a:ext uri="{FF2B5EF4-FFF2-40B4-BE49-F238E27FC236}">
                <a16:creationId xmlns:a16="http://schemas.microsoft.com/office/drawing/2014/main" id="{73CC586C-1DE6-C4A2-E2B1-396F978D6A12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523431" y="3557116"/>
            <a:ext cx="3081194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360874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9848">
          <p15:clr>
            <a:srgbClr val="FBAE40"/>
          </p15:clr>
        </p15:guide>
        <p15:guide id="3" pos="5120">
          <p15:clr>
            <a:srgbClr val="FBAE40"/>
          </p15:clr>
        </p15:guide>
        <p15:guide id="4" orient="horz" pos="5424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Radial Bars C43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FF1DBEE-BA8F-4618-BF57-BEEB95047B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516" y="219869"/>
            <a:ext cx="373155" cy="364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9EE2173-7CDA-D701-7A87-6EDF98DA0CFF}"/>
              </a:ext>
            </a:extLst>
          </p:cNvPr>
          <p:cNvSpPr/>
          <p:nvPr userDrawn="1"/>
        </p:nvSpPr>
        <p:spPr>
          <a:xfrm>
            <a:off x="1007991" y="1789592"/>
            <a:ext cx="1581292" cy="1581292"/>
          </a:xfrm>
          <a:prstGeom prst="ellipse">
            <a:avLst/>
          </a:prstGeom>
          <a:noFill/>
          <a:ln w="76200">
            <a:solidFill>
              <a:schemeClr val="tx1">
                <a:lumMod val="75000"/>
                <a:lumOff val="25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1C2CD237-3717-AD86-1213-EFB7F229ECE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007991" y="1789592"/>
            <a:ext cx="1581292" cy="1581292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defRPr lang="en-GB" sz="1000" dirty="0">
                <a:solidFill>
                  <a:sysClr val="windowText" lastClr="000000">
                    <a:alpha val="0"/>
                  </a:sysClr>
                </a:solidFill>
              </a:defRPr>
            </a:lvl1pPr>
          </a:lstStyle>
          <a:p>
            <a:pPr lvl="0" algn="ctr" defTabSz="914400"/>
            <a:r>
              <a:rPr lang="en-US" dirty="0"/>
              <a:t> </a:t>
            </a:r>
            <a:endParaRPr lang="en-GB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56DBD21C-3AA1-5D99-9B09-44D96B28CE4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169057" y="2209897"/>
            <a:ext cx="1259160" cy="76018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875A0D9D-9999-05ED-97DF-82D46D5EC5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5" y="4162426"/>
            <a:ext cx="2422525" cy="1646818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783E987C-2F68-C340-20FB-50AA6EA04A9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375" y="3557116"/>
            <a:ext cx="2422525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Line">
            <a:extLst>
              <a:ext uri="{FF2B5EF4-FFF2-40B4-BE49-F238E27FC236}">
                <a16:creationId xmlns:a16="http://schemas.microsoft.com/office/drawing/2014/main" id="{B6DF2F05-FD6A-291F-179A-BE2A76DF883B}"/>
              </a:ext>
            </a:extLst>
          </p:cNvPr>
          <p:cNvSpPr/>
          <p:nvPr userDrawn="1"/>
        </p:nvSpPr>
        <p:spPr>
          <a:xfrm>
            <a:off x="587375" y="5980775"/>
            <a:ext cx="11012343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pPr lvl="0"/>
            <a:endParaRPr sz="135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4E9220F-E5C9-CFB9-AA17-FDE8B4DC7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584201"/>
            <a:ext cx="11012343" cy="930274"/>
          </a:xfrm>
        </p:spPr>
        <p:txBody>
          <a:bodyPr wrap="square" anchor="t">
            <a:noAutofit/>
          </a:bodyPr>
          <a:lstStyle>
            <a:lvl1pPr>
              <a:defRPr sz="4400" b="0">
                <a:latin typeface="+mj-lt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62CDCC9-7B42-8325-50C8-C0E041345542}"/>
              </a:ext>
            </a:extLst>
          </p:cNvPr>
          <p:cNvSpPr/>
          <p:nvPr userDrawn="1"/>
        </p:nvSpPr>
        <p:spPr>
          <a:xfrm>
            <a:off x="3871264" y="1789592"/>
            <a:ext cx="1581292" cy="1581292"/>
          </a:xfrm>
          <a:prstGeom prst="ellipse">
            <a:avLst/>
          </a:prstGeom>
          <a:noFill/>
          <a:ln w="76200">
            <a:solidFill>
              <a:schemeClr val="tx1">
                <a:lumMod val="75000"/>
                <a:lumOff val="25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6D49278C-6358-D02B-579B-5E7ED5B0AC8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871264" y="1789592"/>
            <a:ext cx="1581292" cy="1581292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defRPr lang="en-GB" sz="1000" dirty="0">
                <a:solidFill>
                  <a:sysClr val="windowText" lastClr="000000">
                    <a:alpha val="0"/>
                  </a:sysClr>
                </a:solidFill>
              </a:defRPr>
            </a:lvl1pPr>
          </a:lstStyle>
          <a:p>
            <a:pPr lvl="0" algn="ctr" defTabSz="914400"/>
            <a:r>
              <a:rPr lang="en-US" dirty="0"/>
              <a:t> </a:t>
            </a:r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5983F0-D678-0E01-442D-492EF6F2351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032330" y="2209897"/>
            <a:ext cx="1259160" cy="76018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48787902-1083-C53F-BCD7-8B067EA76642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3450648" y="4162426"/>
            <a:ext cx="2422525" cy="1646818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72B67B5C-8D9F-B622-63B4-608764373542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3450648" y="3557116"/>
            <a:ext cx="2422525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0C15369-F481-7024-9705-6FDF72479195}"/>
              </a:ext>
            </a:extLst>
          </p:cNvPr>
          <p:cNvSpPr/>
          <p:nvPr userDrawn="1"/>
        </p:nvSpPr>
        <p:spPr>
          <a:xfrm>
            <a:off x="6734537" y="1789592"/>
            <a:ext cx="1581292" cy="1581292"/>
          </a:xfrm>
          <a:prstGeom prst="ellipse">
            <a:avLst/>
          </a:prstGeom>
          <a:noFill/>
          <a:ln w="76200">
            <a:solidFill>
              <a:schemeClr val="tx1">
                <a:lumMod val="75000"/>
                <a:lumOff val="25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2052C13B-0098-ADF1-F80D-CF9D4B1ECDE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734537" y="1789592"/>
            <a:ext cx="1581292" cy="1581292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defRPr lang="en-GB" sz="1000" dirty="0">
                <a:solidFill>
                  <a:sysClr val="windowText" lastClr="000000">
                    <a:alpha val="0"/>
                  </a:sysClr>
                </a:solidFill>
              </a:defRPr>
            </a:lvl1pPr>
          </a:lstStyle>
          <a:p>
            <a:pPr lvl="0" algn="ctr" defTabSz="914400"/>
            <a:r>
              <a:rPr lang="en-US" dirty="0"/>
              <a:t> </a:t>
            </a:r>
            <a:endParaRPr lang="en-GB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D776CC3C-8C36-3769-68EC-C44EE527426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895603" y="2209897"/>
            <a:ext cx="1259160" cy="76018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D1DB1F3F-F745-B461-21A4-BB077EB093B3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6313921" y="4162426"/>
            <a:ext cx="2422525" cy="1646818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E5C3A481-8899-5C9C-853B-30897D0F2C5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3921" y="3557116"/>
            <a:ext cx="2422525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56946BB-6D5D-EF97-41CD-F22280712B5B}"/>
              </a:ext>
            </a:extLst>
          </p:cNvPr>
          <p:cNvSpPr/>
          <p:nvPr userDrawn="1"/>
        </p:nvSpPr>
        <p:spPr>
          <a:xfrm>
            <a:off x="9597809" y="1789592"/>
            <a:ext cx="1581292" cy="1581292"/>
          </a:xfrm>
          <a:prstGeom prst="ellipse">
            <a:avLst/>
          </a:prstGeom>
          <a:noFill/>
          <a:ln w="76200">
            <a:solidFill>
              <a:schemeClr val="tx1">
                <a:lumMod val="75000"/>
                <a:lumOff val="25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D5F97318-61FA-2F18-0382-A8856C631414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597809" y="1789592"/>
            <a:ext cx="1581292" cy="1581292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defRPr lang="en-GB" sz="1000" dirty="0">
                <a:solidFill>
                  <a:sysClr val="windowText" lastClr="000000">
                    <a:alpha val="0"/>
                  </a:sysClr>
                </a:solidFill>
              </a:defRPr>
            </a:lvl1pPr>
          </a:lstStyle>
          <a:p>
            <a:pPr lvl="0" algn="ctr" defTabSz="914400"/>
            <a:r>
              <a:rPr lang="en-US" dirty="0"/>
              <a:t> </a:t>
            </a:r>
            <a:endParaRPr lang="en-GB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0BE2247D-8013-D621-32F1-426DBE0E7C4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758875" y="2209897"/>
            <a:ext cx="1259160" cy="76018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47B4FD26-8CA2-1326-9664-99F43F02674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9177193" y="4162426"/>
            <a:ext cx="2422525" cy="1646818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C6827281-080C-3075-FCE7-5CDA9CD7184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177193" y="3557116"/>
            <a:ext cx="2422525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903887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9848">
          <p15:clr>
            <a:srgbClr val="FBAE40"/>
          </p15:clr>
        </p15:guide>
        <p15:guide id="3" pos="5120">
          <p15:clr>
            <a:srgbClr val="FBAE40"/>
          </p15:clr>
        </p15:guide>
        <p15:guide id="4" orient="horz" pos="5424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hart C44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FF1DBEE-BA8F-4618-BF57-BEEB95047B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516" y="219869"/>
            <a:ext cx="373155" cy="364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Line">
            <a:extLst>
              <a:ext uri="{FF2B5EF4-FFF2-40B4-BE49-F238E27FC236}">
                <a16:creationId xmlns:a16="http://schemas.microsoft.com/office/drawing/2014/main" id="{B6DF2F05-FD6A-291F-179A-BE2A76DF883B}"/>
              </a:ext>
            </a:extLst>
          </p:cNvPr>
          <p:cNvSpPr/>
          <p:nvPr userDrawn="1"/>
        </p:nvSpPr>
        <p:spPr>
          <a:xfrm>
            <a:off x="587375" y="5980775"/>
            <a:ext cx="11012343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pPr lvl="0"/>
            <a:endParaRPr sz="135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4E9220F-E5C9-CFB9-AA17-FDE8B4DC7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584201"/>
            <a:ext cx="11012343" cy="930274"/>
          </a:xfrm>
        </p:spPr>
        <p:txBody>
          <a:bodyPr wrap="square" anchor="t">
            <a:noAutofit/>
          </a:bodyPr>
          <a:lstStyle>
            <a:lvl1pPr>
              <a:defRPr sz="4400" b="0">
                <a:latin typeface="+mj-lt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6" name="Chart Placeholder 25">
            <a:extLst>
              <a:ext uri="{FF2B5EF4-FFF2-40B4-BE49-F238E27FC236}">
                <a16:creationId xmlns:a16="http://schemas.microsoft.com/office/drawing/2014/main" id="{F4B24E60-B27C-5A25-E32D-B6C038280008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87375" y="1630363"/>
            <a:ext cx="4921885" cy="4229415"/>
          </a:xfrm>
        </p:spPr>
        <p:txBody>
          <a:bodyPr/>
          <a:lstStyle/>
          <a:p>
            <a:endParaRPr lang="en-GB"/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A7C87ED8-4CE5-C5FF-FD26-3C89564135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77833" y="2235674"/>
            <a:ext cx="4921885" cy="362410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CC019D02-6671-C71E-BC8C-FE5992C8631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77833" y="1630363"/>
            <a:ext cx="4921885" cy="602673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075279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9848">
          <p15:clr>
            <a:srgbClr val="FBAE40"/>
          </p15:clr>
        </p15:guide>
        <p15:guide id="3" pos="5120">
          <p15:clr>
            <a:srgbClr val="FBAE40"/>
          </p15:clr>
        </p15:guide>
        <p15:guide id="4" orient="horz" pos="5424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hart C44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FF1DBEE-BA8F-4618-BF57-BEEB95047B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516" y="219869"/>
            <a:ext cx="373155" cy="364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Line">
            <a:extLst>
              <a:ext uri="{FF2B5EF4-FFF2-40B4-BE49-F238E27FC236}">
                <a16:creationId xmlns:a16="http://schemas.microsoft.com/office/drawing/2014/main" id="{B6DF2F05-FD6A-291F-179A-BE2A76DF883B}"/>
              </a:ext>
            </a:extLst>
          </p:cNvPr>
          <p:cNvSpPr/>
          <p:nvPr userDrawn="1"/>
        </p:nvSpPr>
        <p:spPr>
          <a:xfrm>
            <a:off x="587375" y="5980775"/>
            <a:ext cx="11012343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pPr lvl="0"/>
            <a:endParaRPr sz="135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4E9220F-E5C9-CFB9-AA17-FDE8B4DC7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584201"/>
            <a:ext cx="11012343" cy="930274"/>
          </a:xfrm>
        </p:spPr>
        <p:txBody>
          <a:bodyPr wrap="square" anchor="t">
            <a:noAutofit/>
          </a:bodyPr>
          <a:lstStyle>
            <a:lvl1pPr>
              <a:defRPr sz="4400" b="0">
                <a:latin typeface="+mj-lt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6" name="Chart Placeholder 25">
            <a:extLst>
              <a:ext uri="{FF2B5EF4-FFF2-40B4-BE49-F238E27FC236}">
                <a16:creationId xmlns:a16="http://schemas.microsoft.com/office/drawing/2014/main" id="{F4B24E60-B27C-5A25-E32D-B6C038280008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6682740" y="1630363"/>
            <a:ext cx="4921885" cy="4229415"/>
          </a:xfrm>
        </p:spPr>
        <p:txBody>
          <a:bodyPr/>
          <a:lstStyle/>
          <a:p>
            <a:endParaRPr lang="en-GB"/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A7C87ED8-4CE5-C5FF-FD26-3C89564135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5" y="2235674"/>
            <a:ext cx="4921885" cy="362410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CC019D02-6671-C71E-BC8C-FE5992C8631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375" y="1630363"/>
            <a:ext cx="4921885" cy="602673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08508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9848">
          <p15:clr>
            <a:srgbClr val="FBAE40"/>
          </p15:clr>
        </p15:guide>
        <p15:guide id="3" pos="5120">
          <p15:clr>
            <a:srgbClr val="FBAE40"/>
          </p15:clr>
        </p15:guide>
        <p15:guide id="4" orient="horz" pos="5424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0ACDD1A6-536E-0CCF-EF98-51B51BF6A58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829872" y="3588768"/>
            <a:ext cx="226260" cy="317714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  <p:sp>
        <p:nvSpPr>
          <p:cNvPr id="8" name="Line">
            <a:extLst>
              <a:ext uri="{FF2B5EF4-FFF2-40B4-BE49-F238E27FC236}">
                <a16:creationId xmlns:a16="http://schemas.microsoft.com/office/drawing/2014/main" id="{A2F605B9-DD22-872B-689D-2D7562F0DAA7}"/>
              </a:ext>
            </a:extLst>
          </p:cNvPr>
          <p:cNvSpPr/>
          <p:nvPr userDrawn="1"/>
        </p:nvSpPr>
        <p:spPr>
          <a:xfrm>
            <a:off x="587375" y="5980775"/>
            <a:ext cx="11012343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pPr lvl="0"/>
            <a:endParaRPr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C2D45A-2EAF-4A31-8BAE-AD989F7DA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584201"/>
            <a:ext cx="11017250" cy="930274"/>
          </a:xfrm>
        </p:spPr>
        <p:txBody>
          <a:bodyPr wrap="square" anchor="t">
            <a:noAutofit/>
          </a:bodyPr>
          <a:lstStyle>
            <a:lvl1pPr>
              <a:defRPr sz="4400" b="0">
                <a:latin typeface="+mj-lt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Line">
            <a:extLst>
              <a:ext uri="{FF2B5EF4-FFF2-40B4-BE49-F238E27FC236}">
                <a16:creationId xmlns:a16="http://schemas.microsoft.com/office/drawing/2014/main" id="{BC5305DD-784C-DCC5-7399-2D36AF29D154}"/>
              </a:ext>
            </a:extLst>
          </p:cNvPr>
          <p:cNvSpPr/>
          <p:nvPr userDrawn="1"/>
        </p:nvSpPr>
        <p:spPr>
          <a:xfrm>
            <a:off x="587375" y="3747625"/>
            <a:ext cx="11012343" cy="0"/>
          </a:xfrm>
          <a:prstGeom prst="line">
            <a:avLst/>
          </a:prstGeom>
          <a:ln w="25400">
            <a:solidFill>
              <a:schemeClr val="tx1"/>
            </a:solidFill>
            <a:prstDash val="dash"/>
            <a:miter/>
            <a:tailEnd type="stealth" w="lg" len="lg"/>
          </a:ln>
        </p:spPr>
        <p:txBody>
          <a:bodyPr lIns="34289" rIns="34289"/>
          <a:lstStyle/>
          <a:p>
            <a:endParaRPr sz="135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A0291D71-218F-D9A9-2622-7DB85D8925E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948715" y="3581400"/>
            <a:ext cx="226260" cy="317714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6C7187E5-9CB0-DE77-CB11-15E8C3DB51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5" y="4670648"/>
            <a:ext cx="2948940" cy="1181511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7232E8A5-6B09-7349-2403-BC94FA614B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375" y="4065339"/>
            <a:ext cx="2948940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E8615F10-68C5-1996-CA95-B27855937F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7375" y="3191625"/>
            <a:ext cx="2948940" cy="31771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7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Milestone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007B9150-95B2-43DD-FC9D-3EA2304B84C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68532" y="3985911"/>
            <a:ext cx="2948940" cy="31771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7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Milestone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2AA0503F-912F-E893-7DC8-F27630BC0AF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711028" y="3581400"/>
            <a:ext cx="226260" cy="317714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17AE3F38-484E-8027-C32D-B240FBB258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49688" y="4670648"/>
            <a:ext cx="2948940" cy="1181511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7218F744-A07C-F8EF-CC0A-E4AD045A2D5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349688" y="4065339"/>
            <a:ext cx="2948940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A190B8ED-0179-5E35-1308-5D8108D82AE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349688" y="3191625"/>
            <a:ext cx="2948940" cy="31771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7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Milestone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DE5F7162-0C65-68F6-5B4A-B7B95913E1A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68532" y="2331587"/>
            <a:ext cx="2948940" cy="1181511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F9E05BA1-6724-0402-3843-571B91A91F3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68532" y="1726278"/>
            <a:ext cx="2948940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9485176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0ACDD1A6-536E-0CCF-EF98-51B51BF6A58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84244" y="3588768"/>
            <a:ext cx="226260" cy="317714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  <p:sp>
        <p:nvSpPr>
          <p:cNvPr id="8" name="Line">
            <a:extLst>
              <a:ext uri="{FF2B5EF4-FFF2-40B4-BE49-F238E27FC236}">
                <a16:creationId xmlns:a16="http://schemas.microsoft.com/office/drawing/2014/main" id="{A2F605B9-DD22-872B-689D-2D7562F0DAA7}"/>
              </a:ext>
            </a:extLst>
          </p:cNvPr>
          <p:cNvSpPr/>
          <p:nvPr userDrawn="1"/>
        </p:nvSpPr>
        <p:spPr>
          <a:xfrm>
            <a:off x="587375" y="5980775"/>
            <a:ext cx="11012343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pPr lvl="0"/>
            <a:endParaRPr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C2D45A-2EAF-4A31-8BAE-AD989F7DA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584201"/>
            <a:ext cx="11012343" cy="930274"/>
          </a:xfrm>
        </p:spPr>
        <p:txBody>
          <a:bodyPr wrap="square" anchor="t">
            <a:noAutofit/>
          </a:bodyPr>
          <a:lstStyle>
            <a:lvl1pPr>
              <a:defRPr sz="4400" b="0">
                <a:latin typeface="+mj-lt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Line">
            <a:extLst>
              <a:ext uri="{FF2B5EF4-FFF2-40B4-BE49-F238E27FC236}">
                <a16:creationId xmlns:a16="http://schemas.microsoft.com/office/drawing/2014/main" id="{BC5305DD-784C-DCC5-7399-2D36AF29D154}"/>
              </a:ext>
            </a:extLst>
          </p:cNvPr>
          <p:cNvSpPr/>
          <p:nvPr userDrawn="1"/>
        </p:nvSpPr>
        <p:spPr>
          <a:xfrm>
            <a:off x="587375" y="3747625"/>
            <a:ext cx="11012343" cy="0"/>
          </a:xfrm>
          <a:prstGeom prst="line">
            <a:avLst/>
          </a:prstGeom>
          <a:ln w="25400">
            <a:solidFill>
              <a:schemeClr val="tx1"/>
            </a:solidFill>
            <a:prstDash val="dash"/>
            <a:miter/>
            <a:tailEnd type="stealth" w="lg" len="lg"/>
          </a:ln>
        </p:spPr>
        <p:txBody>
          <a:bodyPr lIns="34289" rIns="34289"/>
          <a:lstStyle/>
          <a:p>
            <a:endParaRPr sz="135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A0291D71-218F-D9A9-2622-7DB85D8925E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524000" y="3581400"/>
            <a:ext cx="226260" cy="317714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6C7187E5-9CB0-DE77-CB11-15E8C3DB51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5" y="4670648"/>
            <a:ext cx="2163445" cy="1181511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7232E8A5-6B09-7349-2403-BC94FA614B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375" y="4065339"/>
            <a:ext cx="2163445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E8615F10-68C5-1996-CA95-B27855937F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7375" y="3191625"/>
            <a:ext cx="2163445" cy="31771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7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Milestone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007B9150-95B2-43DD-FC9D-3EA2304B84C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35754" y="3985911"/>
            <a:ext cx="2163445" cy="31771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7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Milestone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2AA0503F-912F-E893-7DC8-F27630BC0AF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226300" y="3581400"/>
            <a:ext cx="226260" cy="317714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17AE3F38-484E-8027-C32D-B240FBB258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84133" y="4670648"/>
            <a:ext cx="2163445" cy="1181511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7218F744-A07C-F8EF-CC0A-E4AD045A2D5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84133" y="4065339"/>
            <a:ext cx="2163445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A190B8ED-0179-5E35-1308-5D8108D82AE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84133" y="3191625"/>
            <a:ext cx="2163445" cy="31771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7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Milestone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8189EAD-5F4B-AA86-4234-6FD2DDF2169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0071100" y="3581400"/>
            <a:ext cx="226260" cy="317714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30F749BF-F427-2D59-B086-55A99286C6C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32512" y="3985911"/>
            <a:ext cx="2163445" cy="31771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7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Milestone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DE5F7162-0C65-68F6-5B4A-B7B95913E1A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435754" y="2331587"/>
            <a:ext cx="2163445" cy="1181511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F9E05BA1-6724-0402-3843-571B91A91F3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35754" y="1726278"/>
            <a:ext cx="2163445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0313C93-29A6-3A40-311C-072490AE271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32512" y="2331587"/>
            <a:ext cx="2163445" cy="1181511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621B90FF-CCB6-7695-8F17-60F1539B246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132512" y="1726278"/>
            <a:ext cx="2163445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3044172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Line">
            <a:extLst>
              <a:ext uri="{FF2B5EF4-FFF2-40B4-BE49-F238E27FC236}">
                <a16:creationId xmlns:a16="http://schemas.microsoft.com/office/drawing/2014/main" id="{A2F605B9-DD22-872B-689D-2D7562F0DAA7}"/>
              </a:ext>
            </a:extLst>
          </p:cNvPr>
          <p:cNvSpPr/>
          <p:nvPr userDrawn="1"/>
        </p:nvSpPr>
        <p:spPr>
          <a:xfrm>
            <a:off x="587375" y="5980775"/>
            <a:ext cx="11012343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pPr lvl="0"/>
            <a:endParaRPr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C2D45A-2EAF-4A31-8BAE-AD989F7DA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584201"/>
            <a:ext cx="11017250" cy="930274"/>
          </a:xfrm>
        </p:spPr>
        <p:txBody>
          <a:bodyPr wrap="square" anchor="t">
            <a:noAutofit/>
          </a:bodyPr>
          <a:lstStyle>
            <a:lvl1pPr>
              <a:defRPr sz="4400" b="0">
                <a:latin typeface="+mj-lt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Line">
            <a:extLst>
              <a:ext uri="{FF2B5EF4-FFF2-40B4-BE49-F238E27FC236}">
                <a16:creationId xmlns:a16="http://schemas.microsoft.com/office/drawing/2014/main" id="{BC5305DD-784C-DCC5-7399-2D36AF29D154}"/>
              </a:ext>
            </a:extLst>
          </p:cNvPr>
          <p:cNvSpPr/>
          <p:nvPr userDrawn="1"/>
        </p:nvSpPr>
        <p:spPr>
          <a:xfrm>
            <a:off x="587375" y="3747625"/>
            <a:ext cx="11012343" cy="0"/>
          </a:xfrm>
          <a:prstGeom prst="line">
            <a:avLst/>
          </a:prstGeom>
          <a:ln w="25400">
            <a:solidFill>
              <a:schemeClr val="tx1"/>
            </a:solidFill>
            <a:prstDash val="dash"/>
            <a:miter/>
            <a:tailEnd type="stealth" w="lg" len="lg"/>
          </a:ln>
        </p:spPr>
        <p:txBody>
          <a:bodyPr lIns="34289" rIns="34289"/>
          <a:lstStyle/>
          <a:p>
            <a:endParaRPr sz="135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A0291D71-218F-D9A9-2622-7DB85D8925E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495008" y="3581400"/>
            <a:ext cx="226260" cy="317714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6C7187E5-9CB0-DE77-CB11-15E8C3DB51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6" y="4670648"/>
            <a:ext cx="2041524" cy="1181511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7232E8A5-6B09-7349-2403-BC94FA614B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376" y="4065339"/>
            <a:ext cx="2041524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E8615F10-68C5-1996-CA95-B27855937F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7376" y="3191625"/>
            <a:ext cx="2041524" cy="31771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Milestone</a:t>
            </a:r>
          </a:p>
        </p:txBody>
      </p:sp>
      <p:sp>
        <p:nvSpPr>
          <p:cNvPr id="4" name="Text Placeholder 29">
            <a:extLst>
              <a:ext uri="{FF2B5EF4-FFF2-40B4-BE49-F238E27FC236}">
                <a16:creationId xmlns:a16="http://schemas.microsoft.com/office/drawing/2014/main" id="{6666E3DC-EEDD-CA04-3684-EDA81D3EA96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663677" y="3581400"/>
            <a:ext cx="226260" cy="317714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3B7D5CB4-A9B8-F0FA-942E-776B9DC0F16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756045" y="2331707"/>
            <a:ext cx="2041524" cy="1181511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944CDE9-8EDF-B1D7-A38A-CC58B764A9A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2756045" y="1726398"/>
            <a:ext cx="2041524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7083408F-6C45-7053-ADEF-9A3DBFCF799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756045" y="3986163"/>
            <a:ext cx="2041524" cy="31771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Milestone</a:t>
            </a:r>
          </a:p>
        </p:txBody>
      </p:sp>
      <p:sp>
        <p:nvSpPr>
          <p:cNvPr id="14" name="Text Placeholder 29">
            <a:extLst>
              <a:ext uri="{FF2B5EF4-FFF2-40B4-BE49-F238E27FC236}">
                <a16:creationId xmlns:a16="http://schemas.microsoft.com/office/drawing/2014/main" id="{5EBB989C-7590-10DE-3387-664855A4676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832346" y="3581400"/>
            <a:ext cx="226260" cy="317714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22CD8AAD-CD39-4791-753A-8193646200FB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4924714" y="4670648"/>
            <a:ext cx="2041524" cy="1181511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7596FCBE-5E31-B8DB-13FD-BF0DDAB1CCB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924714" y="4065339"/>
            <a:ext cx="2041524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7305B702-BB02-307E-00B7-98D9589921D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924714" y="3191625"/>
            <a:ext cx="2041524" cy="31771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Milestone</a:t>
            </a:r>
          </a:p>
        </p:txBody>
      </p:sp>
      <p:sp>
        <p:nvSpPr>
          <p:cNvPr id="26" name="Text Placeholder 29">
            <a:extLst>
              <a:ext uri="{FF2B5EF4-FFF2-40B4-BE49-F238E27FC236}">
                <a16:creationId xmlns:a16="http://schemas.microsoft.com/office/drawing/2014/main" id="{3BF95EB8-6106-AF3C-78D8-A066647E019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001015" y="3581400"/>
            <a:ext cx="226260" cy="317714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BD3A683B-E42E-FA35-E7FB-E74E9769CC8F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093383" y="2331707"/>
            <a:ext cx="2041524" cy="1181511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CD109356-9C98-8245-D27A-8A562490475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093383" y="1726398"/>
            <a:ext cx="2041524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A96809B5-A0D9-D023-DB2E-8E4549DC2C95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093383" y="3986163"/>
            <a:ext cx="2041524" cy="31771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Milestone</a:t>
            </a:r>
          </a:p>
        </p:txBody>
      </p:sp>
      <p:sp>
        <p:nvSpPr>
          <p:cNvPr id="34" name="Text Placeholder 29">
            <a:extLst>
              <a:ext uri="{FF2B5EF4-FFF2-40B4-BE49-F238E27FC236}">
                <a16:creationId xmlns:a16="http://schemas.microsoft.com/office/drawing/2014/main" id="{51E62BD1-B08E-C073-462D-5FBCA2405379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169685" y="3581400"/>
            <a:ext cx="226260" cy="317714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  <p:sp>
        <p:nvSpPr>
          <p:cNvPr id="35" name="Text Placeholder 10">
            <a:extLst>
              <a:ext uri="{FF2B5EF4-FFF2-40B4-BE49-F238E27FC236}">
                <a16:creationId xmlns:a16="http://schemas.microsoft.com/office/drawing/2014/main" id="{F811FDA7-E577-43F2-D6FC-983A4B94C801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262053" y="4670648"/>
            <a:ext cx="2041524" cy="1181511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6" name="Text Placeholder 10">
            <a:extLst>
              <a:ext uri="{FF2B5EF4-FFF2-40B4-BE49-F238E27FC236}">
                <a16:creationId xmlns:a16="http://schemas.microsoft.com/office/drawing/2014/main" id="{0A973B8F-AE50-34E5-5B15-81A9592DF28B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9262053" y="4065339"/>
            <a:ext cx="2041524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ED523784-D992-9AF7-DA1B-2E65987A1D16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262053" y="3191625"/>
            <a:ext cx="2041524" cy="31771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Milestone</a:t>
            </a:r>
          </a:p>
        </p:txBody>
      </p:sp>
    </p:spTree>
    <p:extLst>
      <p:ext uri="{BB962C8B-B14F-4D97-AF65-F5344CB8AC3E}">
        <p14:creationId xmlns:p14="http://schemas.microsoft.com/office/powerpoint/2010/main" val="8252336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Line">
            <a:extLst>
              <a:ext uri="{FF2B5EF4-FFF2-40B4-BE49-F238E27FC236}">
                <a16:creationId xmlns:a16="http://schemas.microsoft.com/office/drawing/2014/main" id="{A2F605B9-DD22-872B-689D-2D7562F0DAA7}"/>
              </a:ext>
            </a:extLst>
          </p:cNvPr>
          <p:cNvSpPr/>
          <p:nvPr userDrawn="1"/>
        </p:nvSpPr>
        <p:spPr>
          <a:xfrm>
            <a:off x="587375" y="5980775"/>
            <a:ext cx="11012343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pPr lvl="0"/>
            <a:endParaRPr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C2D45A-2EAF-4A31-8BAE-AD989F7DA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584201"/>
            <a:ext cx="11017250" cy="930274"/>
          </a:xfrm>
        </p:spPr>
        <p:txBody>
          <a:bodyPr wrap="square" anchor="t">
            <a:noAutofit/>
          </a:bodyPr>
          <a:lstStyle>
            <a:lvl1pPr>
              <a:defRPr sz="4400" b="0">
                <a:latin typeface="+mj-lt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Line">
            <a:extLst>
              <a:ext uri="{FF2B5EF4-FFF2-40B4-BE49-F238E27FC236}">
                <a16:creationId xmlns:a16="http://schemas.microsoft.com/office/drawing/2014/main" id="{BC5305DD-784C-DCC5-7399-2D36AF29D154}"/>
              </a:ext>
            </a:extLst>
          </p:cNvPr>
          <p:cNvSpPr/>
          <p:nvPr userDrawn="1"/>
        </p:nvSpPr>
        <p:spPr>
          <a:xfrm>
            <a:off x="587375" y="3747625"/>
            <a:ext cx="11012343" cy="0"/>
          </a:xfrm>
          <a:prstGeom prst="line">
            <a:avLst/>
          </a:prstGeom>
          <a:ln w="25400">
            <a:solidFill>
              <a:schemeClr val="tx1"/>
            </a:solidFill>
            <a:prstDash val="dash"/>
            <a:miter/>
            <a:tailEnd type="stealth" w="lg" len="lg"/>
          </a:ln>
        </p:spPr>
        <p:txBody>
          <a:bodyPr lIns="34289" rIns="34289"/>
          <a:lstStyle/>
          <a:p>
            <a:endParaRPr sz="135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A0291D71-218F-D9A9-2622-7DB85D8925E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312128" y="3581400"/>
            <a:ext cx="226260" cy="317714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6C7187E5-9CB0-DE77-CB11-15E8C3DB51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6" y="4670648"/>
            <a:ext cx="1675764" cy="1181511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7232E8A5-6B09-7349-2403-BC94FA614B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376" y="4065339"/>
            <a:ext cx="1675764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E8615F10-68C5-1996-CA95-B27855937F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7376" y="3191625"/>
            <a:ext cx="1675764" cy="31771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Milestone</a:t>
            </a:r>
          </a:p>
        </p:txBody>
      </p:sp>
      <p:sp>
        <p:nvSpPr>
          <p:cNvPr id="51" name="Text Placeholder 29">
            <a:extLst>
              <a:ext uri="{FF2B5EF4-FFF2-40B4-BE49-F238E27FC236}">
                <a16:creationId xmlns:a16="http://schemas.microsoft.com/office/drawing/2014/main" id="{53323434-68DF-9125-D566-F1BACDE11E4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121243" y="3581400"/>
            <a:ext cx="226260" cy="317714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  <p:sp>
        <p:nvSpPr>
          <p:cNvPr id="52" name="Text Placeholder 10">
            <a:extLst>
              <a:ext uri="{FF2B5EF4-FFF2-40B4-BE49-F238E27FC236}">
                <a16:creationId xmlns:a16="http://schemas.microsoft.com/office/drawing/2014/main" id="{BA71903A-36DE-91C7-EFA2-D9009971832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396491" y="2327828"/>
            <a:ext cx="1675764" cy="1181511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3" name="Text Placeholder 10">
            <a:extLst>
              <a:ext uri="{FF2B5EF4-FFF2-40B4-BE49-F238E27FC236}">
                <a16:creationId xmlns:a16="http://schemas.microsoft.com/office/drawing/2014/main" id="{D3DFFB25-896C-3EDE-6055-EE468DBDD58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2396491" y="1722519"/>
            <a:ext cx="1675764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4" name="Text Placeholder 10">
            <a:extLst>
              <a:ext uri="{FF2B5EF4-FFF2-40B4-BE49-F238E27FC236}">
                <a16:creationId xmlns:a16="http://schemas.microsoft.com/office/drawing/2014/main" id="{73D90FC2-7F19-F7F9-BC95-F4787D4A810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396491" y="3993532"/>
            <a:ext cx="1675764" cy="31771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Milestone</a:t>
            </a:r>
          </a:p>
        </p:txBody>
      </p:sp>
      <p:sp>
        <p:nvSpPr>
          <p:cNvPr id="55" name="Text Placeholder 29">
            <a:extLst>
              <a:ext uri="{FF2B5EF4-FFF2-40B4-BE49-F238E27FC236}">
                <a16:creationId xmlns:a16="http://schemas.microsoft.com/office/drawing/2014/main" id="{D4F2ECCC-C38D-BBB9-2E75-720DFAEE01C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930358" y="3581400"/>
            <a:ext cx="226260" cy="317714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  <p:sp>
        <p:nvSpPr>
          <p:cNvPr id="56" name="Text Placeholder 10">
            <a:extLst>
              <a:ext uri="{FF2B5EF4-FFF2-40B4-BE49-F238E27FC236}">
                <a16:creationId xmlns:a16="http://schemas.microsoft.com/office/drawing/2014/main" id="{67121663-70D4-3BF1-D4EF-1A9B305BD45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4205606" y="4670648"/>
            <a:ext cx="1675764" cy="1181511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7" name="Text Placeholder 10">
            <a:extLst>
              <a:ext uri="{FF2B5EF4-FFF2-40B4-BE49-F238E27FC236}">
                <a16:creationId xmlns:a16="http://schemas.microsoft.com/office/drawing/2014/main" id="{A81A776E-11F9-71B1-4551-15342D48D672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205606" y="4065339"/>
            <a:ext cx="1675764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8" name="Text Placeholder 10">
            <a:extLst>
              <a:ext uri="{FF2B5EF4-FFF2-40B4-BE49-F238E27FC236}">
                <a16:creationId xmlns:a16="http://schemas.microsoft.com/office/drawing/2014/main" id="{F94F1DAA-42A4-61E9-0754-1CCD3BCF29C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205606" y="3191625"/>
            <a:ext cx="1675764" cy="31771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Milestone</a:t>
            </a:r>
          </a:p>
        </p:txBody>
      </p:sp>
      <p:sp>
        <p:nvSpPr>
          <p:cNvPr id="59" name="Text Placeholder 29">
            <a:extLst>
              <a:ext uri="{FF2B5EF4-FFF2-40B4-BE49-F238E27FC236}">
                <a16:creationId xmlns:a16="http://schemas.microsoft.com/office/drawing/2014/main" id="{4898336E-E248-EF46-BA8B-2BF1CFFAB12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739473" y="3581400"/>
            <a:ext cx="226260" cy="317714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  <p:sp>
        <p:nvSpPr>
          <p:cNvPr id="60" name="Text Placeholder 10">
            <a:extLst>
              <a:ext uri="{FF2B5EF4-FFF2-40B4-BE49-F238E27FC236}">
                <a16:creationId xmlns:a16="http://schemas.microsoft.com/office/drawing/2014/main" id="{5E6913C8-FB03-CD49-906E-DD4060DBAD6E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014721" y="2327828"/>
            <a:ext cx="1675764" cy="1181511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1" name="Text Placeholder 10">
            <a:extLst>
              <a:ext uri="{FF2B5EF4-FFF2-40B4-BE49-F238E27FC236}">
                <a16:creationId xmlns:a16="http://schemas.microsoft.com/office/drawing/2014/main" id="{44F6B3A7-AADA-116E-D6BB-28E7532917D1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6014721" y="1722519"/>
            <a:ext cx="1675764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2" name="Text Placeholder 10">
            <a:extLst>
              <a:ext uri="{FF2B5EF4-FFF2-40B4-BE49-F238E27FC236}">
                <a16:creationId xmlns:a16="http://schemas.microsoft.com/office/drawing/2014/main" id="{13BB42D9-4570-1606-4E3F-18FD1A7AF46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014721" y="3993532"/>
            <a:ext cx="1675764" cy="31771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Milestone</a:t>
            </a:r>
          </a:p>
        </p:txBody>
      </p:sp>
      <p:sp>
        <p:nvSpPr>
          <p:cNvPr id="63" name="Text Placeholder 29">
            <a:extLst>
              <a:ext uri="{FF2B5EF4-FFF2-40B4-BE49-F238E27FC236}">
                <a16:creationId xmlns:a16="http://schemas.microsoft.com/office/drawing/2014/main" id="{1BFCBE9E-B1A3-4422-5CF2-9541FA3C524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548588" y="3581400"/>
            <a:ext cx="226260" cy="317714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  <p:sp>
        <p:nvSpPr>
          <p:cNvPr id="64" name="Text Placeholder 10">
            <a:extLst>
              <a:ext uri="{FF2B5EF4-FFF2-40B4-BE49-F238E27FC236}">
                <a16:creationId xmlns:a16="http://schemas.microsoft.com/office/drawing/2014/main" id="{DABCB3F4-0842-933F-B8A6-7DEE28D99F1C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7823836" y="4670648"/>
            <a:ext cx="1675764" cy="1181511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5" name="Text Placeholder 10">
            <a:extLst>
              <a:ext uri="{FF2B5EF4-FFF2-40B4-BE49-F238E27FC236}">
                <a16:creationId xmlns:a16="http://schemas.microsoft.com/office/drawing/2014/main" id="{D303EBE3-D758-CFCE-E6DE-CDF0FC2B99A9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7823836" y="4065339"/>
            <a:ext cx="1675764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6" name="Text Placeholder 10">
            <a:extLst>
              <a:ext uri="{FF2B5EF4-FFF2-40B4-BE49-F238E27FC236}">
                <a16:creationId xmlns:a16="http://schemas.microsoft.com/office/drawing/2014/main" id="{FE08EFEF-081F-D74C-0DBF-EC347C017AE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823836" y="3191625"/>
            <a:ext cx="1675764" cy="31771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Milestone</a:t>
            </a:r>
          </a:p>
        </p:txBody>
      </p:sp>
      <p:sp>
        <p:nvSpPr>
          <p:cNvPr id="67" name="Text Placeholder 29">
            <a:extLst>
              <a:ext uri="{FF2B5EF4-FFF2-40B4-BE49-F238E27FC236}">
                <a16:creationId xmlns:a16="http://schemas.microsoft.com/office/drawing/2014/main" id="{4926351E-7AD1-9C95-1407-C314C0CC317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357703" y="3581400"/>
            <a:ext cx="226260" cy="317714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  <p:sp>
        <p:nvSpPr>
          <p:cNvPr id="68" name="Text Placeholder 10">
            <a:extLst>
              <a:ext uri="{FF2B5EF4-FFF2-40B4-BE49-F238E27FC236}">
                <a16:creationId xmlns:a16="http://schemas.microsoft.com/office/drawing/2014/main" id="{1B3E5397-AFF1-792C-EBED-85446B7974C2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9632951" y="2327828"/>
            <a:ext cx="1675764" cy="1181511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9" name="Text Placeholder 10">
            <a:extLst>
              <a:ext uri="{FF2B5EF4-FFF2-40B4-BE49-F238E27FC236}">
                <a16:creationId xmlns:a16="http://schemas.microsoft.com/office/drawing/2014/main" id="{6A42B7D2-42FB-CF79-5B03-F53EDE38C4C6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9632951" y="1722519"/>
            <a:ext cx="1675764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0" name="Text Placeholder 10">
            <a:extLst>
              <a:ext uri="{FF2B5EF4-FFF2-40B4-BE49-F238E27FC236}">
                <a16:creationId xmlns:a16="http://schemas.microsoft.com/office/drawing/2014/main" id="{B3E3AE05-5DB9-B07D-BA25-7F7F36F3731A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632951" y="3993532"/>
            <a:ext cx="1675764" cy="31771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Milestone</a:t>
            </a:r>
          </a:p>
        </p:txBody>
      </p:sp>
    </p:spTree>
    <p:extLst>
      <p:ext uri="{BB962C8B-B14F-4D97-AF65-F5344CB8AC3E}">
        <p14:creationId xmlns:p14="http://schemas.microsoft.com/office/powerpoint/2010/main" val="201414250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0ACDD1A6-536E-0CCF-EF98-51B51BF6A585}"/>
              </a:ext>
            </a:extLst>
          </p:cNvPr>
          <p:cNvSpPr>
            <a:spLocks noGrp="1" noChangeAspect="1"/>
          </p:cNvSpPr>
          <p:nvPr>
            <p:ph type="body" sz="quarter" idx="25" hasCustomPrompt="1"/>
          </p:nvPr>
        </p:nvSpPr>
        <p:spPr>
          <a:xfrm>
            <a:off x="6019087" y="4304708"/>
            <a:ext cx="153825" cy="216000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  <p:sp>
        <p:nvSpPr>
          <p:cNvPr id="8" name="Line">
            <a:extLst>
              <a:ext uri="{FF2B5EF4-FFF2-40B4-BE49-F238E27FC236}">
                <a16:creationId xmlns:a16="http://schemas.microsoft.com/office/drawing/2014/main" id="{A2F605B9-DD22-872B-689D-2D7562F0DAA7}"/>
              </a:ext>
            </a:extLst>
          </p:cNvPr>
          <p:cNvSpPr/>
          <p:nvPr userDrawn="1"/>
        </p:nvSpPr>
        <p:spPr>
          <a:xfrm>
            <a:off x="587375" y="5980775"/>
            <a:ext cx="11012343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pPr lvl="0"/>
            <a:endParaRPr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C2D45A-2EAF-4A31-8BAE-AD989F7DA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584201"/>
            <a:ext cx="11017250" cy="930274"/>
          </a:xfrm>
        </p:spPr>
        <p:txBody>
          <a:bodyPr wrap="square" anchor="t">
            <a:noAutofit/>
          </a:bodyPr>
          <a:lstStyle>
            <a:lvl1pPr>
              <a:defRPr sz="4400" b="0">
                <a:latin typeface="+mj-lt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A0291D71-218F-D9A9-2622-7DB85D8925E4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4711275" y="2993877"/>
            <a:ext cx="153825" cy="216000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6C7187E5-9CB0-DE77-CB11-15E8C3DB51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23670" y="2826687"/>
            <a:ext cx="2948940" cy="602674"/>
          </a:xfrm>
        </p:spPr>
        <p:txBody>
          <a:bodyPr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7232E8A5-6B09-7349-2403-BC94FA614B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23670" y="2221377"/>
            <a:ext cx="2948940" cy="602673"/>
          </a:xfrm>
        </p:spPr>
        <p:txBody>
          <a:bodyPr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E8615F10-68C5-1996-CA95-B27855937F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59910" y="3590191"/>
            <a:ext cx="1256558" cy="31771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7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Milestone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007B9150-95B2-43DD-FC9D-3EA2304B84C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74195" y="3590191"/>
            <a:ext cx="1256558" cy="31771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7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Milestone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2AA0503F-912F-E893-7DC8-F27630BC0AFA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7339847" y="2993877"/>
            <a:ext cx="153825" cy="216000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17AE3F38-484E-8027-C32D-B240FBB258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119392" y="2829324"/>
            <a:ext cx="2948940" cy="60267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7218F744-A07C-F8EF-CC0A-E4AD045A2D5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19392" y="2224014"/>
            <a:ext cx="2948940" cy="602673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A190B8ED-0179-5E35-1308-5D8108D82AE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788480" y="3590191"/>
            <a:ext cx="1256558" cy="31771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7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Milestone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DE5F7162-0C65-68F6-5B4A-B7B95913E1A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21530" y="5273322"/>
            <a:ext cx="2948940" cy="602674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F9E05BA1-6724-0402-3843-571B91A91F3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21530" y="4668012"/>
            <a:ext cx="2948940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CF12ED1-E6FC-CAF3-E8D7-8CF90E70C735}"/>
              </a:ext>
            </a:extLst>
          </p:cNvPr>
          <p:cNvGrpSpPr/>
          <p:nvPr userDrawn="1"/>
        </p:nvGrpSpPr>
        <p:grpSpPr>
          <a:xfrm>
            <a:off x="4134283" y="3095142"/>
            <a:ext cx="3923434" cy="1307812"/>
            <a:chOff x="4134283" y="2771991"/>
            <a:chExt cx="3923434" cy="1307812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2F1EBDFF-DD4D-EE51-BC1E-DB7938DB35C8}"/>
                </a:ext>
              </a:extLst>
            </p:cNvPr>
            <p:cNvGrpSpPr/>
            <p:nvPr userDrawn="1"/>
          </p:nvGrpSpPr>
          <p:grpSpPr>
            <a:xfrm>
              <a:off x="4134283" y="2771991"/>
              <a:ext cx="3923434" cy="1307812"/>
              <a:chOff x="4134283" y="2768888"/>
              <a:chExt cx="3923434" cy="1307812"/>
            </a:xfrm>
          </p:grpSpPr>
          <p:sp>
            <p:nvSpPr>
              <p:cNvPr id="18" name="Arc 47">
                <a:extLst>
                  <a:ext uri="{FF2B5EF4-FFF2-40B4-BE49-F238E27FC236}">
                    <a16:creationId xmlns:a16="http://schemas.microsoft.com/office/drawing/2014/main" id="{E4DE4B97-084F-BE79-F0B6-7986EE407BE3}"/>
                  </a:ext>
                </a:extLst>
              </p:cNvPr>
              <p:cNvSpPr/>
              <p:nvPr userDrawn="1"/>
            </p:nvSpPr>
            <p:spPr>
              <a:xfrm>
                <a:off x="4134283" y="2768888"/>
                <a:ext cx="1307811" cy="1307812"/>
              </a:xfrm>
              <a:prstGeom prst="ellipse">
                <a:avLst/>
              </a:prstGeom>
              <a:ln w="57150">
                <a:solidFill>
                  <a:schemeClr val="tx1">
                    <a:lumMod val="75000"/>
                    <a:lumOff val="25000"/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19" name="Arc 48">
                <a:extLst>
                  <a:ext uri="{FF2B5EF4-FFF2-40B4-BE49-F238E27FC236}">
                    <a16:creationId xmlns:a16="http://schemas.microsoft.com/office/drawing/2014/main" id="{82558350-B1E5-0448-610A-44649C37BD64}"/>
                  </a:ext>
                </a:extLst>
              </p:cNvPr>
              <p:cNvSpPr/>
              <p:nvPr userDrawn="1"/>
            </p:nvSpPr>
            <p:spPr>
              <a:xfrm flipV="1">
                <a:off x="5442094" y="2768888"/>
                <a:ext cx="1307811" cy="1307812"/>
              </a:xfrm>
              <a:prstGeom prst="ellipse">
                <a:avLst/>
              </a:prstGeom>
              <a:ln w="57150">
                <a:solidFill>
                  <a:schemeClr val="tx1">
                    <a:lumMod val="75000"/>
                    <a:lumOff val="25000"/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0" name="Arc 49">
                <a:extLst>
                  <a:ext uri="{FF2B5EF4-FFF2-40B4-BE49-F238E27FC236}">
                    <a16:creationId xmlns:a16="http://schemas.microsoft.com/office/drawing/2014/main" id="{0511D30C-DE5F-52F9-32FB-09C7CF5ECDA2}"/>
                  </a:ext>
                </a:extLst>
              </p:cNvPr>
              <p:cNvSpPr/>
              <p:nvPr userDrawn="1"/>
            </p:nvSpPr>
            <p:spPr>
              <a:xfrm>
                <a:off x="6749906" y="2768888"/>
                <a:ext cx="1307811" cy="1307812"/>
              </a:xfrm>
              <a:prstGeom prst="ellipse">
                <a:avLst/>
              </a:prstGeom>
              <a:ln w="57150">
                <a:solidFill>
                  <a:schemeClr val="tx1">
                    <a:lumMod val="75000"/>
                    <a:lumOff val="25000"/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90925D0-ADDD-119C-A9E9-28F20877EE32}"/>
                </a:ext>
              </a:extLst>
            </p:cNvPr>
            <p:cNvGrpSpPr/>
            <p:nvPr userDrawn="1"/>
          </p:nvGrpSpPr>
          <p:grpSpPr>
            <a:xfrm>
              <a:off x="4134283" y="2771991"/>
              <a:ext cx="3923434" cy="1307812"/>
              <a:chOff x="4134283" y="2775094"/>
              <a:chExt cx="3923434" cy="1307812"/>
            </a:xfrm>
          </p:grpSpPr>
          <p:sp>
            <p:nvSpPr>
              <p:cNvPr id="11" name="Arc 10">
                <a:extLst>
                  <a:ext uri="{FF2B5EF4-FFF2-40B4-BE49-F238E27FC236}">
                    <a16:creationId xmlns:a16="http://schemas.microsoft.com/office/drawing/2014/main" id="{A63830B9-DCC1-24B1-A2DA-780A683EB23C}"/>
                  </a:ext>
                </a:extLst>
              </p:cNvPr>
              <p:cNvSpPr/>
              <p:nvPr userDrawn="1"/>
            </p:nvSpPr>
            <p:spPr>
              <a:xfrm>
                <a:off x="4134283" y="2775094"/>
                <a:ext cx="1307811" cy="1307812"/>
              </a:xfrm>
              <a:prstGeom prst="arc">
                <a:avLst>
                  <a:gd name="adj1" fmla="val 10792152"/>
                  <a:gd name="adj2" fmla="val 0"/>
                </a:avLst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12" name="Arc 11">
                <a:extLst>
                  <a:ext uri="{FF2B5EF4-FFF2-40B4-BE49-F238E27FC236}">
                    <a16:creationId xmlns:a16="http://schemas.microsoft.com/office/drawing/2014/main" id="{57CC20A1-E377-FFDC-5F6F-17DEBD13B64F}"/>
                  </a:ext>
                </a:extLst>
              </p:cNvPr>
              <p:cNvSpPr/>
              <p:nvPr userDrawn="1"/>
            </p:nvSpPr>
            <p:spPr>
              <a:xfrm flipV="1">
                <a:off x="5442094" y="2775094"/>
                <a:ext cx="1307811" cy="1307812"/>
              </a:xfrm>
              <a:prstGeom prst="arc">
                <a:avLst>
                  <a:gd name="adj1" fmla="val 10790197"/>
                  <a:gd name="adj2" fmla="val 0"/>
                </a:avLst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" name="Arc 13">
                <a:extLst>
                  <a:ext uri="{FF2B5EF4-FFF2-40B4-BE49-F238E27FC236}">
                    <a16:creationId xmlns:a16="http://schemas.microsoft.com/office/drawing/2014/main" id="{7AB0D640-8DB6-4E60-26BF-9C8D0C2D7B86}"/>
                  </a:ext>
                </a:extLst>
              </p:cNvPr>
              <p:cNvSpPr/>
              <p:nvPr userDrawn="1"/>
            </p:nvSpPr>
            <p:spPr>
              <a:xfrm>
                <a:off x="6749906" y="2775094"/>
                <a:ext cx="1307811" cy="1307812"/>
              </a:xfrm>
              <a:prstGeom prst="arc">
                <a:avLst>
                  <a:gd name="adj1" fmla="val 10792152"/>
                  <a:gd name="adj2" fmla="val 0"/>
                </a:avLst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6824089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0ACDD1A6-536E-0CCF-EF98-51B51BF6A585}"/>
              </a:ext>
            </a:extLst>
          </p:cNvPr>
          <p:cNvSpPr>
            <a:spLocks noGrp="1" noChangeAspect="1"/>
          </p:cNvSpPr>
          <p:nvPr>
            <p:ph type="body" sz="quarter" idx="25" hasCustomPrompt="1"/>
          </p:nvPr>
        </p:nvSpPr>
        <p:spPr>
          <a:xfrm>
            <a:off x="5370553" y="4294849"/>
            <a:ext cx="153825" cy="216000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  <p:sp>
        <p:nvSpPr>
          <p:cNvPr id="8" name="Line">
            <a:extLst>
              <a:ext uri="{FF2B5EF4-FFF2-40B4-BE49-F238E27FC236}">
                <a16:creationId xmlns:a16="http://schemas.microsoft.com/office/drawing/2014/main" id="{A2F605B9-DD22-872B-689D-2D7562F0DAA7}"/>
              </a:ext>
            </a:extLst>
          </p:cNvPr>
          <p:cNvSpPr/>
          <p:nvPr userDrawn="1"/>
        </p:nvSpPr>
        <p:spPr>
          <a:xfrm>
            <a:off x="587375" y="5980775"/>
            <a:ext cx="11012343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pPr lvl="0"/>
            <a:endParaRPr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C2D45A-2EAF-4A31-8BAE-AD989F7DA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584201"/>
            <a:ext cx="11012343" cy="930274"/>
          </a:xfrm>
        </p:spPr>
        <p:txBody>
          <a:bodyPr wrap="square" anchor="t">
            <a:noAutofit/>
          </a:bodyPr>
          <a:lstStyle>
            <a:lvl1pPr>
              <a:defRPr sz="4400" b="0">
                <a:latin typeface="+mj-lt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A0291D71-218F-D9A9-2622-7DB85D8925E4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4062742" y="2988301"/>
            <a:ext cx="153825" cy="216000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6C7187E5-9CB0-DE77-CB11-15E8C3DB51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3777" y="3525597"/>
            <a:ext cx="2710339" cy="78657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7232E8A5-6B09-7349-2403-BC94FA614B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93777" y="2920287"/>
            <a:ext cx="2710339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E8615F10-68C5-1996-CA95-B27855937F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11658" y="3613525"/>
            <a:ext cx="1256400" cy="31771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7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Milestone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007B9150-95B2-43DD-FC9D-3EA2304B84C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19401" y="3613525"/>
            <a:ext cx="1256400" cy="31771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7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Milestone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2AA0503F-912F-E893-7DC8-F27630BC0AFA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6678364" y="2988301"/>
            <a:ext cx="153825" cy="216000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17AE3F38-484E-8027-C32D-B240FBB258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473606" y="2157630"/>
            <a:ext cx="2638520" cy="78657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7218F744-A07C-F8EF-CC0A-E4AD045A2D5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473606" y="1552320"/>
            <a:ext cx="2638520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A190B8ED-0179-5E35-1308-5D8108D82AE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27144" y="3613525"/>
            <a:ext cx="1256400" cy="31771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7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Milestone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8189EAD-5F4B-AA86-4234-6FD2DDF21698}"/>
              </a:ext>
            </a:extLst>
          </p:cNvPr>
          <p:cNvSpPr>
            <a:spLocks noGrp="1" noChangeAspect="1"/>
          </p:cNvSpPr>
          <p:nvPr>
            <p:ph type="body" sz="quarter" idx="26" hasCustomPrompt="1"/>
          </p:nvPr>
        </p:nvSpPr>
        <p:spPr>
          <a:xfrm>
            <a:off x="7986175" y="4294849"/>
            <a:ext cx="153825" cy="216000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30F749BF-F427-2D59-B086-55A99286C6C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434887" y="3613525"/>
            <a:ext cx="1256400" cy="31771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7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Milestone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DE5F7162-0C65-68F6-5B4A-B7B95913E1A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87624" y="5178432"/>
            <a:ext cx="2638520" cy="78657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F9E05BA1-6724-0402-3843-571B91A91F3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087624" y="4573122"/>
            <a:ext cx="2638520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0313C93-29A6-3A40-311C-072490AE271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894286" y="3508274"/>
            <a:ext cx="2710339" cy="786576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621B90FF-CCB6-7695-8F17-60F1539B246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894286" y="2902964"/>
            <a:ext cx="2710339" cy="602673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F701071-7F47-1346-31A5-21084507599F}"/>
              </a:ext>
            </a:extLst>
          </p:cNvPr>
          <p:cNvGrpSpPr/>
          <p:nvPr userDrawn="1"/>
        </p:nvGrpSpPr>
        <p:grpSpPr>
          <a:xfrm>
            <a:off x="3485750" y="3093719"/>
            <a:ext cx="5231244" cy="1307812"/>
            <a:chOff x="4134283" y="3357980"/>
            <a:chExt cx="5231244" cy="1307812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D769EF49-5B06-2455-F4D8-CBEDF0DAEA56}"/>
                </a:ext>
              </a:extLst>
            </p:cNvPr>
            <p:cNvGrpSpPr/>
            <p:nvPr userDrawn="1"/>
          </p:nvGrpSpPr>
          <p:grpSpPr>
            <a:xfrm>
              <a:off x="6749905" y="3357980"/>
              <a:ext cx="2615622" cy="1307812"/>
              <a:chOff x="4134283" y="2768888"/>
              <a:chExt cx="2615622" cy="1307812"/>
            </a:xfrm>
          </p:grpSpPr>
          <p:sp>
            <p:nvSpPr>
              <p:cNvPr id="34" name="Arc 47">
                <a:extLst>
                  <a:ext uri="{FF2B5EF4-FFF2-40B4-BE49-F238E27FC236}">
                    <a16:creationId xmlns:a16="http://schemas.microsoft.com/office/drawing/2014/main" id="{55DF066B-1DF3-81AC-D644-7F0B5B75E856}"/>
                  </a:ext>
                </a:extLst>
              </p:cNvPr>
              <p:cNvSpPr/>
              <p:nvPr userDrawn="1"/>
            </p:nvSpPr>
            <p:spPr>
              <a:xfrm>
                <a:off x="4134283" y="2768888"/>
                <a:ext cx="1307811" cy="1307812"/>
              </a:xfrm>
              <a:prstGeom prst="ellipse">
                <a:avLst/>
              </a:prstGeom>
              <a:ln w="57150">
                <a:solidFill>
                  <a:schemeClr val="tx1">
                    <a:lumMod val="75000"/>
                    <a:lumOff val="25000"/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5" name="Arc 48">
                <a:extLst>
                  <a:ext uri="{FF2B5EF4-FFF2-40B4-BE49-F238E27FC236}">
                    <a16:creationId xmlns:a16="http://schemas.microsoft.com/office/drawing/2014/main" id="{3ACDB1F2-4FA7-F63C-C7BD-518AA30C3EDA}"/>
                  </a:ext>
                </a:extLst>
              </p:cNvPr>
              <p:cNvSpPr/>
              <p:nvPr userDrawn="1"/>
            </p:nvSpPr>
            <p:spPr>
              <a:xfrm flipV="1">
                <a:off x="5442094" y="2768888"/>
                <a:ext cx="1307811" cy="1307812"/>
              </a:xfrm>
              <a:prstGeom prst="ellipse">
                <a:avLst/>
              </a:prstGeom>
              <a:ln w="57150">
                <a:solidFill>
                  <a:schemeClr val="tx1">
                    <a:lumMod val="75000"/>
                    <a:lumOff val="25000"/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ADE3BC9B-591C-D173-B632-44A7B557115D}"/>
                </a:ext>
              </a:extLst>
            </p:cNvPr>
            <p:cNvGrpSpPr/>
            <p:nvPr userDrawn="1"/>
          </p:nvGrpSpPr>
          <p:grpSpPr>
            <a:xfrm>
              <a:off x="4134283" y="3357980"/>
              <a:ext cx="2615622" cy="1307812"/>
              <a:chOff x="4134283" y="2768888"/>
              <a:chExt cx="2615622" cy="1307812"/>
            </a:xfrm>
          </p:grpSpPr>
          <p:sp>
            <p:nvSpPr>
              <p:cNvPr id="32" name="Arc 47">
                <a:extLst>
                  <a:ext uri="{FF2B5EF4-FFF2-40B4-BE49-F238E27FC236}">
                    <a16:creationId xmlns:a16="http://schemas.microsoft.com/office/drawing/2014/main" id="{67DD7A6F-1877-A86D-07AB-13C92DB56525}"/>
                  </a:ext>
                </a:extLst>
              </p:cNvPr>
              <p:cNvSpPr/>
              <p:nvPr userDrawn="1"/>
            </p:nvSpPr>
            <p:spPr>
              <a:xfrm>
                <a:off x="4134283" y="2768888"/>
                <a:ext cx="1307811" cy="1307812"/>
              </a:xfrm>
              <a:prstGeom prst="ellipse">
                <a:avLst/>
              </a:prstGeom>
              <a:ln w="57150">
                <a:solidFill>
                  <a:schemeClr val="tx1">
                    <a:lumMod val="75000"/>
                    <a:lumOff val="25000"/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33" name="Arc 48">
                <a:extLst>
                  <a:ext uri="{FF2B5EF4-FFF2-40B4-BE49-F238E27FC236}">
                    <a16:creationId xmlns:a16="http://schemas.microsoft.com/office/drawing/2014/main" id="{0AE27A02-1D80-801C-6DB2-F51D717C89D3}"/>
                  </a:ext>
                </a:extLst>
              </p:cNvPr>
              <p:cNvSpPr/>
              <p:nvPr userDrawn="1"/>
            </p:nvSpPr>
            <p:spPr>
              <a:xfrm flipV="1">
                <a:off x="5442094" y="2768888"/>
                <a:ext cx="1307811" cy="1307812"/>
              </a:xfrm>
              <a:prstGeom prst="ellipse">
                <a:avLst/>
              </a:prstGeom>
              <a:ln w="57150">
                <a:solidFill>
                  <a:schemeClr val="tx1">
                    <a:lumMod val="75000"/>
                    <a:lumOff val="25000"/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1822CBFB-FBA0-17F3-4208-2DFB53CFC537}"/>
                </a:ext>
              </a:extLst>
            </p:cNvPr>
            <p:cNvGrpSpPr/>
            <p:nvPr userDrawn="1"/>
          </p:nvGrpSpPr>
          <p:grpSpPr>
            <a:xfrm>
              <a:off x="4134283" y="3357980"/>
              <a:ext cx="2615622" cy="1307812"/>
              <a:chOff x="4134283" y="2775094"/>
              <a:chExt cx="2615622" cy="1307812"/>
            </a:xfrm>
          </p:grpSpPr>
          <p:sp>
            <p:nvSpPr>
              <p:cNvPr id="26" name="Arc 25">
                <a:extLst>
                  <a:ext uri="{FF2B5EF4-FFF2-40B4-BE49-F238E27FC236}">
                    <a16:creationId xmlns:a16="http://schemas.microsoft.com/office/drawing/2014/main" id="{B9EAC7BB-8C9A-63E0-7E30-66C12F476ECA}"/>
                  </a:ext>
                </a:extLst>
              </p:cNvPr>
              <p:cNvSpPr/>
              <p:nvPr userDrawn="1"/>
            </p:nvSpPr>
            <p:spPr>
              <a:xfrm>
                <a:off x="4134283" y="2775094"/>
                <a:ext cx="1307811" cy="1307812"/>
              </a:xfrm>
              <a:prstGeom prst="arc">
                <a:avLst>
                  <a:gd name="adj1" fmla="val 10792152"/>
                  <a:gd name="adj2" fmla="val 0"/>
                </a:avLst>
              </a:prstGeom>
              <a:ln w="57150" cap="rnd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1" name="Arc 30">
                <a:extLst>
                  <a:ext uri="{FF2B5EF4-FFF2-40B4-BE49-F238E27FC236}">
                    <a16:creationId xmlns:a16="http://schemas.microsoft.com/office/drawing/2014/main" id="{6AF063EA-FBB7-CCBD-74B8-52C7787804A0}"/>
                  </a:ext>
                </a:extLst>
              </p:cNvPr>
              <p:cNvSpPr/>
              <p:nvPr userDrawn="1"/>
            </p:nvSpPr>
            <p:spPr>
              <a:xfrm flipV="1">
                <a:off x="5442094" y="2775094"/>
                <a:ext cx="1307811" cy="1307812"/>
              </a:xfrm>
              <a:prstGeom prst="arc">
                <a:avLst>
                  <a:gd name="adj1" fmla="val 10790197"/>
                  <a:gd name="adj2" fmla="val 0"/>
                </a:avLst>
              </a:prstGeom>
              <a:ln w="57150" cap="rnd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66F88A0C-5307-566B-8F00-314333B97421}"/>
                </a:ext>
              </a:extLst>
            </p:cNvPr>
            <p:cNvGrpSpPr/>
            <p:nvPr userDrawn="1"/>
          </p:nvGrpSpPr>
          <p:grpSpPr>
            <a:xfrm>
              <a:off x="6749905" y="3357980"/>
              <a:ext cx="2615622" cy="1307812"/>
              <a:chOff x="4134283" y="2775094"/>
              <a:chExt cx="2615622" cy="1307812"/>
            </a:xfrm>
          </p:grpSpPr>
          <p:sp>
            <p:nvSpPr>
              <p:cNvPr id="19" name="Arc 18">
                <a:extLst>
                  <a:ext uri="{FF2B5EF4-FFF2-40B4-BE49-F238E27FC236}">
                    <a16:creationId xmlns:a16="http://schemas.microsoft.com/office/drawing/2014/main" id="{8C71A760-F23A-9F4B-9433-BA0B3B7066F4}"/>
                  </a:ext>
                </a:extLst>
              </p:cNvPr>
              <p:cNvSpPr/>
              <p:nvPr userDrawn="1"/>
            </p:nvSpPr>
            <p:spPr>
              <a:xfrm>
                <a:off x="4134283" y="2775094"/>
                <a:ext cx="1307811" cy="1307812"/>
              </a:xfrm>
              <a:prstGeom prst="arc">
                <a:avLst>
                  <a:gd name="adj1" fmla="val 10792152"/>
                  <a:gd name="adj2" fmla="val 0"/>
                </a:avLst>
              </a:prstGeom>
              <a:ln w="57150" cap="rnd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0" name="Arc 19">
                <a:extLst>
                  <a:ext uri="{FF2B5EF4-FFF2-40B4-BE49-F238E27FC236}">
                    <a16:creationId xmlns:a16="http://schemas.microsoft.com/office/drawing/2014/main" id="{6DB8903B-5B37-CB4D-F896-9BF9EAC3CCBB}"/>
                  </a:ext>
                </a:extLst>
              </p:cNvPr>
              <p:cNvSpPr/>
              <p:nvPr userDrawn="1"/>
            </p:nvSpPr>
            <p:spPr>
              <a:xfrm flipV="1">
                <a:off x="5442094" y="2775094"/>
                <a:ext cx="1307811" cy="1307812"/>
              </a:xfrm>
              <a:prstGeom prst="arc">
                <a:avLst>
                  <a:gd name="adj1" fmla="val 10790197"/>
                  <a:gd name="adj2" fmla="val 0"/>
                </a:avLst>
              </a:prstGeom>
              <a:ln w="57150" cap="rnd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5807792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Line">
            <a:extLst>
              <a:ext uri="{FF2B5EF4-FFF2-40B4-BE49-F238E27FC236}">
                <a16:creationId xmlns:a16="http://schemas.microsoft.com/office/drawing/2014/main" id="{A2F605B9-DD22-872B-689D-2D7562F0DAA7}"/>
              </a:ext>
            </a:extLst>
          </p:cNvPr>
          <p:cNvSpPr/>
          <p:nvPr userDrawn="1"/>
        </p:nvSpPr>
        <p:spPr>
          <a:xfrm>
            <a:off x="587375" y="5980775"/>
            <a:ext cx="11012343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pPr lvl="0"/>
            <a:endParaRPr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C2D45A-2EAF-4A31-8BAE-AD989F7DA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584201"/>
            <a:ext cx="11017250" cy="930274"/>
          </a:xfrm>
        </p:spPr>
        <p:txBody>
          <a:bodyPr wrap="square" anchor="t">
            <a:noAutofit/>
          </a:bodyPr>
          <a:lstStyle>
            <a:lvl1pPr>
              <a:defRPr sz="4400" b="0">
                <a:latin typeface="+mj-lt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A0291D71-218F-D9A9-2622-7DB85D8925E4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3391785" y="2990444"/>
            <a:ext cx="153825" cy="216000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6C7187E5-9CB0-DE77-CB11-15E8C3DB51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439609" y="2179238"/>
            <a:ext cx="2041524" cy="78840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7232E8A5-6B09-7349-2403-BC94FA614B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439609" y="1573929"/>
            <a:ext cx="2041524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E8615F10-68C5-1996-CA95-B27855937F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840498" y="3588767"/>
            <a:ext cx="1256400" cy="31771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Milestone</a:t>
            </a:r>
          </a:p>
        </p:txBody>
      </p:sp>
      <p:sp>
        <p:nvSpPr>
          <p:cNvPr id="4" name="Text Placeholder 29">
            <a:extLst>
              <a:ext uri="{FF2B5EF4-FFF2-40B4-BE49-F238E27FC236}">
                <a16:creationId xmlns:a16="http://schemas.microsoft.com/office/drawing/2014/main" id="{6666E3DC-EEDD-CA04-3684-EDA81D3EA963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4705436" y="4293530"/>
            <a:ext cx="153825" cy="216000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3B7D5CB4-A9B8-F0FA-942E-776B9DC0F16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757423" y="5147542"/>
            <a:ext cx="2041524" cy="78840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944CDE9-8EDF-B1D7-A38A-CC58B764A9A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757423" y="4542233"/>
            <a:ext cx="2041524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7083408F-6C45-7053-ADEF-9A3DBFCF799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154149" y="3588767"/>
            <a:ext cx="1256400" cy="31771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Milestone</a:t>
            </a:r>
          </a:p>
        </p:txBody>
      </p:sp>
      <p:sp>
        <p:nvSpPr>
          <p:cNvPr id="14" name="Text Placeholder 29">
            <a:extLst>
              <a:ext uri="{FF2B5EF4-FFF2-40B4-BE49-F238E27FC236}">
                <a16:creationId xmlns:a16="http://schemas.microsoft.com/office/drawing/2014/main" id="{5EBB989C-7590-10DE-3387-664855A4676E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6019087" y="2990444"/>
            <a:ext cx="153825" cy="216000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22CD8AAD-CD39-4791-753A-8193646200FB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075237" y="2182937"/>
            <a:ext cx="2041524" cy="78840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7596FCBE-5E31-B8DB-13FD-BF0DDAB1CCB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075237" y="1577628"/>
            <a:ext cx="2041524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7305B702-BB02-307E-00B7-98D9589921D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467800" y="3588767"/>
            <a:ext cx="1256400" cy="31771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Milestone</a:t>
            </a:r>
          </a:p>
        </p:txBody>
      </p:sp>
      <p:sp>
        <p:nvSpPr>
          <p:cNvPr id="26" name="Text Placeholder 29">
            <a:extLst>
              <a:ext uri="{FF2B5EF4-FFF2-40B4-BE49-F238E27FC236}">
                <a16:creationId xmlns:a16="http://schemas.microsoft.com/office/drawing/2014/main" id="{3BF95EB8-6106-AF3C-78D8-A066647E019C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7332738" y="4293530"/>
            <a:ext cx="153825" cy="216000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BD3A683B-E42E-FA35-E7FB-E74E9769CC8F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93051" y="5130283"/>
            <a:ext cx="2041524" cy="78840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CD109356-9C98-8245-D27A-8A562490475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6393051" y="4524974"/>
            <a:ext cx="2041524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A96809B5-A0D9-D023-DB2E-8E4549DC2C95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781451" y="3588767"/>
            <a:ext cx="1256400" cy="31771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Milestone</a:t>
            </a:r>
          </a:p>
        </p:txBody>
      </p:sp>
      <p:sp>
        <p:nvSpPr>
          <p:cNvPr id="34" name="Text Placeholder 29">
            <a:extLst>
              <a:ext uri="{FF2B5EF4-FFF2-40B4-BE49-F238E27FC236}">
                <a16:creationId xmlns:a16="http://schemas.microsoft.com/office/drawing/2014/main" id="{51E62BD1-B08E-C073-462D-5FBCA2405379}"/>
              </a:ext>
            </a:extLst>
          </p:cNvPr>
          <p:cNvSpPr>
            <a:spLocks noGrp="1" noChangeAspect="1"/>
          </p:cNvSpPr>
          <p:nvPr>
            <p:ph type="body" sz="quarter" idx="41" hasCustomPrompt="1"/>
          </p:nvPr>
        </p:nvSpPr>
        <p:spPr>
          <a:xfrm>
            <a:off x="8646390" y="2990444"/>
            <a:ext cx="153825" cy="216000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  <p:sp>
        <p:nvSpPr>
          <p:cNvPr id="35" name="Text Placeholder 10">
            <a:extLst>
              <a:ext uri="{FF2B5EF4-FFF2-40B4-BE49-F238E27FC236}">
                <a16:creationId xmlns:a16="http://schemas.microsoft.com/office/drawing/2014/main" id="{F811FDA7-E577-43F2-D6FC-983A4B94C801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7710867" y="2181874"/>
            <a:ext cx="2041524" cy="78840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6" name="Text Placeholder 10">
            <a:extLst>
              <a:ext uri="{FF2B5EF4-FFF2-40B4-BE49-F238E27FC236}">
                <a16:creationId xmlns:a16="http://schemas.microsoft.com/office/drawing/2014/main" id="{0A973B8F-AE50-34E5-5B15-81A9592DF28B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7710867" y="1576565"/>
            <a:ext cx="2041524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ED523784-D992-9AF7-DA1B-2E65987A1D16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095103" y="3588767"/>
            <a:ext cx="1256400" cy="31771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Milestone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8A760F7-0747-67F3-5F50-AE6497458188}"/>
              </a:ext>
            </a:extLst>
          </p:cNvPr>
          <p:cNvGrpSpPr/>
          <p:nvPr userDrawn="1"/>
        </p:nvGrpSpPr>
        <p:grpSpPr>
          <a:xfrm>
            <a:off x="2826473" y="3093718"/>
            <a:ext cx="6539055" cy="1307812"/>
            <a:chOff x="3480378" y="3357980"/>
            <a:chExt cx="6539055" cy="1307812"/>
          </a:xfrm>
        </p:grpSpPr>
        <p:sp>
          <p:nvSpPr>
            <p:cNvPr id="13" name="Arc 47">
              <a:extLst>
                <a:ext uri="{FF2B5EF4-FFF2-40B4-BE49-F238E27FC236}">
                  <a16:creationId xmlns:a16="http://schemas.microsoft.com/office/drawing/2014/main" id="{050E31AC-DC15-76A7-0044-89F73DD55431}"/>
                </a:ext>
              </a:extLst>
            </p:cNvPr>
            <p:cNvSpPr/>
            <p:nvPr userDrawn="1"/>
          </p:nvSpPr>
          <p:spPr>
            <a:xfrm>
              <a:off x="8711622" y="3357980"/>
              <a:ext cx="1307811" cy="1307812"/>
            </a:xfrm>
            <a:prstGeom prst="ellipse">
              <a:avLst/>
            </a:prstGeom>
            <a:ln w="57150">
              <a:solidFill>
                <a:schemeClr val="tx1">
                  <a:lumMod val="75000"/>
                  <a:lumOff val="25000"/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Arc 47">
              <a:extLst>
                <a:ext uri="{FF2B5EF4-FFF2-40B4-BE49-F238E27FC236}">
                  <a16:creationId xmlns:a16="http://schemas.microsoft.com/office/drawing/2014/main" id="{BAB3493B-0633-F805-EAE2-F104DC71D026}"/>
                </a:ext>
              </a:extLst>
            </p:cNvPr>
            <p:cNvSpPr/>
            <p:nvPr userDrawn="1"/>
          </p:nvSpPr>
          <p:spPr>
            <a:xfrm>
              <a:off x="6096000" y="3357980"/>
              <a:ext cx="1307811" cy="1307812"/>
            </a:xfrm>
            <a:prstGeom prst="ellipse">
              <a:avLst/>
            </a:prstGeom>
            <a:ln w="57150">
              <a:solidFill>
                <a:schemeClr val="tx1">
                  <a:lumMod val="75000"/>
                  <a:lumOff val="25000"/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Arc 48">
              <a:extLst>
                <a:ext uri="{FF2B5EF4-FFF2-40B4-BE49-F238E27FC236}">
                  <a16:creationId xmlns:a16="http://schemas.microsoft.com/office/drawing/2014/main" id="{6D904B10-FEA0-430E-1D9F-3AFF714CA144}"/>
                </a:ext>
              </a:extLst>
            </p:cNvPr>
            <p:cNvSpPr/>
            <p:nvPr userDrawn="1"/>
          </p:nvSpPr>
          <p:spPr>
            <a:xfrm flipV="1">
              <a:off x="7403811" y="3357980"/>
              <a:ext cx="1307811" cy="1307812"/>
            </a:xfrm>
            <a:prstGeom prst="ellipse">
              <a:avLst/>
            </a:prstGeom>
            <a:ln w="57150">
              <a:solidFill>
                <a:schemeClr val="tx1">
                  <a:lumMod val="75000"/>
                  <a:lumOff val="25000"/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Arc 47">
              <a:extLst>
                <a:ext uri="{FF2B5EF4-FFF2-40B4-BE49-F238E27FC236}">
                  <a16:creationId xmlns:a16="http://schemas.microsoft.com/office/drawing/2014/main" id="{7321788F-60E5-E432-F88B-8FA1F88E81FE}"/>
                </a:ext>
              </a:extLst>
            </p:cNvPr>
            <p:cNvSpPr/>
            <p:nvPr userDrawn="1"/>
          </p:nvSpPr>
          <p:spPr>
            <a:xfrm>
              <a:off x="3480378" y="3357980"/>
              <a:ext cx="1307811" cy="1307812"/>
            </a:xfrm>
            <a:prstGeom prst="ellipse">
              <a:avLst/>
            </a:prstGeom>
            <a:ln w="57150">
              <a:solidFill>
                <a:schemeClr val="tx1">
                  <a:lumMod val="75000"/>
                  <a:lumOff val="25000"/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1" name="Arc 48">
              <a:extLst>
                <a:ext uri="{FF2B5EF4-FFF2-40B4-BE49-F238E27FC236}">
                  <a16:creationId xmlns:a16="http://schemas.microsoft.com/office/drawing/2014/main" id="{DB3FF764-2681-4862-6B4A-6AB165D97309}"/>
                </a:ext>
              </a:extLst>
            </p:cNvPr>
            <p:cNvSpPr/>
            <p:nvPr userDrawn="1"/>
          </p:nvSpPr>
          <p:spPr>
            <a:xfrm flipV="1">
              <a:off x="4788189" y="3357980"/>
              <a:ext cx="1307811" cy="1307812"/>
            </a:xfrm>
            <a:prstGeom prst="ellipse">
              <a:avLst/>
            </a:prstGeom>
            <a:ln w="57150">
              <a:solidFill>
                <a:schemeClr val="tx1">
                  <a:lumMod val="75000"/>
                  <a:lumOff val="25000"/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" name="Arc 21">
              <a:extLst>
                <a:ext uri="{FF2B5EF4-FFF2-40B4-BE49-F238E27FC236}">
                  <a16:creationId xmlns:a16="http://schemas.microsoft.com/office/drawing/2014/main" id="{9F48BF63-6577-A129-5E9D-C964E089C301}"/>
                </a:ext>
              </a:extLst>
            </p:cNvPr>
            <p:cNvSpPr/>
            <p:nvPr userDrawn="1"/>
          </p:nvSpPr>
          <p:spPr>
            <a:xfrm>
              <a:off x="3480378" y="3357980"/>
              <a:ext cx="1307811" cy="1307812"/>
            </a:xfrm>
            <a:prstGeom prst="arc">
              <a:avLst>
                <a:gd name="adj1" fmla="val 10792152"/>
                <a:gd name="adj2" fmla="val 0"/>
              </a:avLst>
            </a:prstGeom>
            <a:ln w="5715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" name="Arc 22">
              <a:extLst>
                <a:ext uri="{FF2B5EF4-FFF2-40B4-BE49-F238E27FC236}">
                  <a16:creationId xmlns:a16="http://schemas.microsoft.com/office/drawing/2014/main" id="{DC817092-36E1-9F2E-7A9F-C1C1BA0EDDE2}"/>
                </a:ext>
              </a:extLst>
            </p:cNvPr>
            <p:cNvSpPr/>
            <p:nvPr userDrawn="1"/>
          </p:nvSpPr>
          <p:spPr>
            <a:xfrm flipV="1">
              <a:off x="4788189" y="3357980"/>
              <a:ext cx="1307811" cy="1307812"/>
            </a:xfrm>
            <a:prstGeom prst="arc">
              <a:avLst>
                <a:gd name="adj1" fmla="val 10790197"/>
                <a:gd name="adj2" fmla="val 0"/>
              </a:avLst>
            </a:prstGeom>
            <a:ln w="5715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Arc 23">
              <a:extLst>
                <a:ext uri="{FF2B5EF4-FFF2-40B4-BE49-F238E27FC236}">
                  <a16:creationId xmlns:a16="http://schemas.microsoft.com/office/drawing/2014/main" id="{BBEDDCCC-D2F6-CB96-E105-E76320D1A6BA}"/>
                </a:ext>
              </a:extLst>
            </p:cNvPr>
            <p:cNvSpPr/>
            <p:nvPr userDrawn="1"/>
          </p:nvSpPr>
          <p:spPr>
            <a:xfrm>
              <a:off x="6096000" y="3357980"/>
              <a:ext cx="1307811" cy="1307812"/>
            </a:xfrm>
            <a:prstGeom prst="arc">
              <a:avLst>
                <a:gd name="adj1" fmla="val 10792152"/>
                <a:gd name="adj2" fmla="val 0"/>
              </a:avLst>
            </a:prstGeom>
            <a:ln w="5715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" name="Arc 24">
              <a:extLst>
                <a:ext uri="{FF2B5EF4-FFF2-40B4-BE49-F238E27FC236}">
                  <a16:creationId xmlns:a16="http://schemas.microsoft.com/office/drawing/2014/main" id="{ACCA5710-2188-192B-BA07-258251BE2958}"/>
                </a:ext>
              </a:extLst>
            </p:cNvPr>
            <p:cNvSpPr/>
            <p:nvPr userDrawn="1"/>
          </p:nvSpPr>
          <p:spPr>
            <a:xfrm flipV="1">
              <a:off x="7403811" y="3357980"/>
              <a:ext cx="1307811" cy="1307812"/>
            </a:xfrm>
            <a:prstGeom prst="arc">
              <a:avLst>
                <a:gd name="adj1" fmla="val 10790197"/>
                <a:gd name="adj2" fmla="val 0"/>
              </a:avLst>
            </a:prstGeom>
            <a:ln w="5715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7" name="Arc 26">
              <a:extLst>
                <a:ext uri="{FF2B5EF4-FFF2-40B4-BE49-F238E27FC236}">
                  <a16:creationId xmlns:a16="http://schemas.microsoft.com/office/drawing/2014/main" id="{77038E81-AFCA-297C-B59C-35E69E539FB7}"/>
                </a:ext>
              </a:extLst>
            </p:cNvPr>
            <p:cNvSpPr/>
            <p:nvPr userDrawn="1"/>
          </p:nvSpPr>
          <p:spPr>
            <a:xfrm>
              <a:off x="8711622" y="3357980"/>
              <a:ext cx="1307811" cy="1307812"/>
            </a:xfrm>
            <a:prstGeom prst="arc">
              <a:avLst>
                <a:gd name="adj1" fmla="val 10792152"/>
                <a:gd name="adj2" fmla="val 0"/>
              </a:avLst>
            </a:prstGeom>
            <a:ln w="5715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419350430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Line">
            <a:extLst>
              <a:ext uri="{FF2B5EF4-FFF2-40B4-BE49-F238E27FC236}">
                <a16:creationId xmlns:a16="http://schemas.microsoft.com/office/drawing/2014/main" id="{A2F605B9-DD22-872B-689D-2D7562F0DAA7}"/>
              </a:ext>
            </a:extLst>
          </p:cNvPr>
          <p:cNvSpPr/>
          <p:nvPr userDrawn="1"/>
        </p:nvSpPr>
        <p:spPr>
          <a:xfrm>
            <a:off x="587375" y="5980775"/>
            <a:ext cx="11012343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pPr lvl="0"/>
            <a:endParaRPr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C2D45A-2EAF-4A31-8BAE-AD989F7DA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584201"/>
            <a:ext cx="11017250" cy="930274"/>
          </a:xfrm>
        </p:spPr>
        <p:txBody>
          <a:bodyPr wrap="square" anchor="t">
            <a:noAutofit/>
          </a:bodyPr>
          <a:lstStyle>
            <a:lvl1pPr>
              <a:defRPr sz="4400" b="0">
                <a:latin typeface="+mj-lt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A0291D71-218F-D9A9-2622-7DB85D8925E4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788208" y="3000578"/>
            <a:ext cx="153825" cy="216000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6C7187E5-9CB0-DE77-CB11-15E8C3DB51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27238" y="2149718"/>
            <a:ext cx="1675764" cy="78840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7232E8A5-6B09-7349-2403-BC94FA614B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027238" y="1544409"/>
            <a:ext cx="1675764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E8615F10-68C5-1996-CA95-B27855937F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236920" y="3592578"/>
            <a:ext cx="1256400" cy="31771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Milestone</a:t>
            </a:r>
          </a:p>
        </p:txBody>
      </p:sp>
      <p:sp>
        <p:nvSpPr>
          <p:cNvPr id="51" name="Text Placeholder 29">
            <a:extLst>
              <a:ext uri="{FF2B5EF4-FFF2-40B4-BE49-F238E27FC236}">
                <a16:creationId xmlns:a16="http://schemas.microsoft.com/office/drawing/2014/main" id="{53323434-68DF-9125-D566-F1BACDE11E4B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4043772" y="4308425"/>
            <a:ext cx="153825" cy="216000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  <p:sp>
        <p:nvSpPr>
          <p:cNvPr id="52" name="Text Placeholder 10">
            <a:extLst>
              <a:ext uri="{FF2B5EF4-FFF2-40B4-BE49-F238E27FC236}">
                <a16:creationId xmlns:a16="http://schemas.microsoft.com/office/drawing/2014/main" id="{BA71903A-36DE-91C7-EFA2-D9009971832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327686" y="5204362"/>
            <a:ext cx="1675764" cy="78840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3" name="Text Placeholder 10">
            <a:extLst>
              <a:ext uri="{FF2B5EF4-FFF2-40B4-BE49-F238E27FC236}">
                <a16:creationId xmlns:a16="http://schemas.microsoft.com/office/drawing/2014/main" id="{D3DFFB25-896C-3EDE-6055-EE468DBDD58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27686" y="4599053"/>
            <a:ext cx="1675764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4" name="Text Placeholder 10">
            <a:extLst>
              <a:ext uri="{FF2B5EF4-FFF2-40B4-BE49-F238E27FC236}">
                <a16:creationId xmlns:a16="http://schemas.microsoft.com/office/drawing/2014/main" id="{73D90FC2-7F19-F7F9-BC95-F4787D4A810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506914" y="3592578"/>
            <a:ext cx="1256400" cy="31771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Milestone</a:t>
            </a:r>
          </a:p>
        </p:txBody>
      </p:sp>
      <p:sp>
        <p:nvSpPr>
          <p:cNvPr id="55" name="Text Placeholder 29">
            <a:extLst>
              <a:ext uri="{FF2B5EF4-FFF2-40B4-BE49-F238E27FC236}">
                <a16:creationId xmlns:a16="http://schemas.microsoft.com/office/drawing/2014/main" id="{D4F2ECCC-C38D-BBB9-2E75-720DFAEE01CD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5357896" y="3000513"/>
            <a:ext cx="153825" cy="216000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  <p:sp>
        <p:nvSpPr>
          <p:cNvPr id="56" name="Text Placeholder 10">
            <a:extLst>
              <a:ext uri="{FF2B5EF4-FFF2-40B4-BE49-F238E27FC236}">
                <a16:creationId xmlns:a16="http://schemas.microsoft.com/office/drawing/2014/main" id="{67121663-70D4-3BF1-D4EF-1A9B305BD45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4628134" y="2149718"/>
            <a:ext cx="1675764" cy="78840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7" name="Text Placeholder 10">
            <a:extLst>
              <a:ext uri="{FF2B5EF4-FFF2-40B4-BE49-F238E27FC236}">
                <a16:creationId xmlns:a16="http://schemas.microsoft.com/office/drawing/2014/main" id="{A81A776E-11F9-71B1-4551-15342D48D672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628134" y="1544409"/>
            <a:ext cx="1675764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8" name="Text Placeholder 10">
            <a:extLst>
              <a:ext uri="{FF2B5EF4-FFF2-40B4-BE49-F238E27FC236}">
                <a16:creationId xmlns:a16="http://schemas.microsoft.com/office/drawing/2014/main" id="{F94F1DAA-42A4-61E9-0754-1CCD3BCF29C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815556" y="3592578"/>
            <a:ext cx="1256400" cy="31771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Milestone</a:t>
            </a:r>
          </a:p>
        </p:txBody>
      </p:sp>
      <p:sp>
        <p:nvSpPr>
          <p:cNvPr id="59" name="Text Placeholder 29">
            <a:extLst>
              <a:ext uri="{FF2B5EF4-FFF2-40B4-BE49-F238E27FC236}">
                <a16:creationId xmlns:a16="http://schemas.microsoft.com/office/drawing/2014/main" id="{4898336E-E248-EF46-BA8B-2BF1CFFAB124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672020" y="4308425"/>
            <a:ext cx="153825" cy="216000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  <p:sp>
        <p:nvSpPr>
          <p:cNvPr id="60" name="Text Placeholder 10">
            <a:extLst>
              <a:ext uri="{FF2B5EF4-FFF2-40B4-BE49-F238E27FC236}">
                <a16:creationId xmlns:a16="http://schemas.microsoft.com/office/drawing/2014/main" id="{5E6913C8-FB03-CD49-906E-DD4060DBAD6E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928582" y="5204362"/>
            <a:ext cx="1675764" cy="78840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1" name="Text Placeholder 10">
            <a:extLst>
              <a:ext uri="{FF2B5EF4-FFF2-40B4-BE49-F238E27FC236}">
                <a16:creationId xmlns:a16="http://schemas.microsoft.com/office/drawing/2014/main" id="{44F6B3A7-AADA-116E-D6BB-28E7532917D1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928582" y="4599053"/>
            <a:ext cx="1675764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2" name="Text Placeholder 10">
            <a:extLst>
              <a:ext uri="{FF2B5EF4-FFF2-40B4-BE49-F238E27FC236}">
                <a16:creationId xmlns:a16="http://schemas.microsoft.com/office/drawing/2014/main" id="{13BB42D9-4570-1606-4E3F-18FD1A7AF46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124198" y="3592578"/>
            <a:ext cx="1256400" cy="31771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Milestone</a:t>
            </a:r>
          </a:p>
        </p:txBody>
      </p:sp>
      <p:sp>
        <p:nvSpPr>
          <p:cNvPr id="63" name="Text Placeholder 29">
            <a:extLst>
              <a:ext uri="{FF2B5EF4-FFF2-40B4-BE49-F238E27FC236}">
                <a16:creationId xmlns:a16="http://schemas.microsoft.com/office/drawing/2014/main" id="{1BFCBE9E-B1A3-4422-5CF2-9541FA3C5246}"/>
              </a:ext>
            </a:extLst>
          </p:cNvPr>
          <p:cNvSpPr>
            <a:spLocks noGrp="1" noChangeAspect="1"/>
          </p:cNvSpPr>
          <p:nvPr>
            <p:ph type="body" sz="quarter" idx="41" hasCustomPrompt="1"/>
          </p:nvPr>
        </p:nvSpPr>
        <p:spPr>
          <a:xfrm>
            <a:off x="7986144" y="3000513"/>
            <a:ext cx="153825" cy="216000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  <p:sp>
        <p:nvSpPr>
          <p:cNvPr id="64" name="Text Placeholder 10">
            <a:extLst>
              <a:ext uri="{FF2B5EF4-FFF2-40B4-BE49-F238E27FC236}">
                <a16:creationId xmlns:a16="http://schemas.microsoft.com/office/drawing/2014/main" id="{DABCB3F4-0842-933F-B8A6-7DEE28D99F1C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7229030" y="2154096"/>
            <a:ext cx="1675764" cy="78840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5" name="Text Placeholder 10">
            <a:extLst>
              <a:ext uri="{FF2B5EF4-FFF2-40B4-BE49-F238E27FC236}">
                <a16:creationId xmlns:a16="http://schemas.microsoft.com/office/drawing/2014/main" id="{D303EBE3-D758-CFCE-E6DE-CDF0FC2B99A9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7229030" y="1548787"/>
            <a:ext cx="1675764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6" name="Text Placeholder 10">
            <a:extLst>
              <a:ext uri="{FF2B5EF4-FFF2-40B4-BE49-F238E27FC236}">
                <a16:creationId xmlns:a16="http://schemas.microsoft.com/office/drawing/2014/main" id="{FE08EFEF-081F-D74C-0DBF-EC347C017AE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432840" y="3592578"/>
            <a:ext cx="1256400" cy="31771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Milestone</a:t>
            </a:r>
          </a:p>
        </p:txBody>
      </p:sp>
      <p:sp>
        <p:nvSpPr>
          <p:cNvPr id="67" name="Text Placeholder 29">
            <a:extLst>
              <a:ext uri="{FF2B5EF4-FFF2-40B4-BE49-F238E27FC236}">
                <a16:creationId xmlns:a16="http://schemas.microsoft.com/office/drawing/2014/main" id="{4926351E-7AD1-9C95-1407-C314C0CC317B}"/>
              </a:ext>
            </a:extLst>
          </p:cNvPr>
          <p:cNvSpPr>
            <a:spLocks noGrp="1" noChangeAspect="1"/>
          </p:cNvSpPr>
          <p:nvPr>
            <p:ph type="body" sz="quarter" idx="45" hasCustomPrompt="1"/>
          </p:nvPr>
        </p:nvSpPr>
        <p:spPr>
          <a:xfrm>
            <a:off x="9290450" y="4308425"/>
            <a:ext cx="153825" cy="216000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  <p:sp>
        <p:nvSpPr>
          <p:cNvPr id="68" name="Text Placeholder 10">
            <a:extLst>
              <a:ext uri="{FF2B5EF4-FFF2-40B4-BE49-F238E27FC236}">
                <a16:creationId xmlns:a16="http://schemas.microsoft.com/office/drawing/2014/main" id="{1B3E5397-AFF1-792C-EBED-85446B7974C2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8529480" y="5204362"/>
            <a:ext cx="1675764" cy="78840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9" name="Text Placeholder 10">
            <a:extLst>
              <a:ext uri="{FF2B5EF4-FFF2-40B4-BE49-F238E27FC236}">
                <a16:creationId xmlns:a16="http://schemas.microsoft.com/office/drawing/2014/main" id="{6A42B7D2-42FB-CF79-5B03-F53EDE38C4C6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8529480" y="4599053"/>
            <a:ext cx="1675764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0" name="Text Placeholder 10">
            <a:extLst>
              <a:ext uri="{FF2B5EF4-FFF2-40B4-BE49-F238E27FC236}">
                <a16:creationId xmlns:a16="http://schemas.microsoft.com/office/drawing/2014/main" id="{B3E3AE05-5DB9-B07D-BA25-7F7F36F3731A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739162" y="3592578"/>
            <a:ext cx="1256400" cy="31771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Milestone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7642065-0956-886E-8D50-13A5E23F80D6}"/>
              </a:ext>
            </a:extLst>
          </p:cNvPr>
          <p:cNvGrpSpPr/>
          <p:nvPr userDrawn="1"/>
        </p:nvGrpSpPr>
        <p:grpSpPr>
          <a:xfrm>
            <a:off x="2172567" y="3101973"/>
            <a:ext cx="7846866" cy="1307812"/>
            <a:chOff x="2105892" y="3357980"/>
            <a:chExt cx="7846866" cy="1307812"/>
          </a:xfrm>
        </p:grpSpPr>
        <p:sp>
          <p:nvSpPr>
            <p:cNvPr id="7" name="Arc 48">
              <a:extLst>
                <a:ext uri="{FF2B5EF4-FFF2-40B4-BE49-F238E27FC236}">
                  <a16:creationId xmlns:a16="http://schemas.microsoft.com/office/drawing/2014/main" id="{EC850A60-C20A-8395-7234-45A3366219FC}"/>
                </a:ext>
              </a:extLst>
            </p:cNvPr>
            <p:cNvSpPr/>
            <p:nvPr userDrawn="1"/>
          </p:nvSpPr>
          <p:spPr>
            <a:xfrm flipV="1">
              <a:off x="8644947" y="3357980"/>
              <a:ext cx="1307811" cy="1307812"/>
            </a:xfrm>
            <a:prstGeom prst="ellipse">
              <a:avLst/>
            </a:prstGeom>
            <a:ln w="57150">
              <a:solidFill>
                <a:schemeClr val="tx1">
                  <a:lumMod val="75000"/>
                  <a:lumOff val="25000"/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Arc 47">
              <a:extLst>
                <a:ext uri="{FF2B5EF4-FFF2-40B4-BE49-F238E27FC236}">
                  <a16:creationId xmlns:a16="http://schemas.microsoft.com/office/drawing/2014/main" id="{A0E80446-5E4B-C665-6CFB-7165CD4931A0}"/>
                </a:ext>
              </a:extLst>
            </p:cNvPr>
            <p:cNvSpPr/>
            <p:nvPr userDrawn="1"/>
          </p:nvSpPr>
          <p:spPr>
            <a:xfrm>
              <a:off x="7337136" y="3357980"/>
              <a:ext cx="1307811" cy="1307812"/>
            </a:xfrm>
            <a:prstGeom prst="ellipse">
              <a:avLst/>
            </a:prstGeom>
            <a:ln w="57150">
              <a:solidFill>
                <a:schemeClr val="tx1">
                  <a:lumMod val="75000"/>
                  <a:lumOff val="25000"/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Arc 47">
              <a:extLst>
                <a:ext uri="{FF2B5EF4-FFF2-40B4-BE49-F238E27FC236}">
                  <a16:creationId xmlns:a16="http://schemas.microsoft.com/office/drawing/2014/main" id="{A483ED77-8DE6-0A70-9864-0B25285EF399}"/>
                </a:ext>
              </a:extLst>
            </p:cNvPr>
            <p:cNvSpPr/>
            <p:nvPr userDrawn="1"/>
          </p:nvSpPr>
          <p:spPr>
            <a:xfrm>
              <a:off x="4721514" y="3357980"/>
              <a:ext cx="1307811" cy="1307812"/>
            </a:xfrm>
            <a:prstGeom prst="ellipse">
              <a:avLst/>
            </a:prstGeom>
            <a:ln w="57150">
              <a:solidFill>
                <a:schemeClr val="tx1">
                  <a:lumMod val="75000"/>
                  <a:lumOff val="25000"/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Arc 48">
              <a:extLst>
                <a:ext uri="{FF2B5EF4-FFF2-40B4-BE49-F238E27FC236}">
                  <a16:creationId xmlns:a16="http://schemas.microsoft.com/office/drawing/2014/main" id="{C0781424-C361-E569-C2E5-818CB90302F9}"/>
                </a:ext>
              </a:extLst>
            </p:cNvPr>
            <p:cNvSpPr/>
            <p:nvPr userDrawn="1"/>
          </p:nvSpPr>
          <p:spPr>
            <a:xfrm flipV="1">
              <a:off x="6029325" y="3357980"/>
              <a:ext cx="1307811" cy="1307812"/>
            </a:xfrm>
            <a:prstGeom prst="ellipse">
              <a:avLst/>
            </a:prstGeom>
            <a:ln w="57150">
              <a:solidFill>
                <a:schemeClr val="tx1">
                  <a:lumMod val="75000"/>
                  <a:lumOff val="25000"/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Arc 47">
              <a:extLst>
                <a:ext uri="{FF2B5EF4-FFF2-40B4-BE49-F238E27FC236}">
                  <a16:creationId xmlns:a16="http://schemas.microsoft.com/office/drawing/2014/main" id="{C5BC891C-DA63-19BD-19F3-2D26B0FF68EC}"/>
                </a:ext>
              </a:extLst>
            </p:cNvPr>
            <p:cNvSpPr/>
            <p:nvPr userDrawn="1"/>
          </p:nvSpPr>
          <p:spPr>
            <a:xfrm>
              <a:off x="2105892" y="3357980"/>
              <a:ext cx="1307811" cy="1307812"/>
            </a:xfrm>
            <a:prstGeom prst="ellipse">
              <a:avLst/>
            </a:prstGeom>
            <a:ln w="57150">
              <a:solidFill>
                <a:schemeClr val="tx1">
                  <a:lumMod val="75000"/>
                  <a:lumOff val="25000"/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4" name="Arc 48">
              <a:extLst>
                <a:ext uri="{FF2B5EF4-FFF2-40B4-BE49-F238E27FC236}">
                  <a16:creationId xmlns:a16="http://schemas.microsoft.com/office/drawing/2014/main" id="{D79DB29A-0810-7DFE-9053-128F395BB5E3}"/>
                </a:ext>
              </a:extLst>
            </p:cNvPr>
            <p:cNvSpPr/>
            <p:nvPr userDrawn="1"/>
          </p:nvSpPr>
          <p:spPr>
            <a:xfrm flipV="1">
              <a:off x="3413703" y="3357980"/>
              <a:ext cx="1307811" cy="1307812"/>
            </a:xfrm>
            <a:prstGeom prst="ellipse">
              <a:avLst/>
            </a:prstGeom>
            <a:ln w="57150">
              <a:solidFill>
                <a:schemeClr val="tx1">
                  <a:lumMod val="75000"/>
                  <a:lumOff val="25000"/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Arc 14">
              <a:extLst>
                <a:ext uri="{FF2B5EF4-FFF2-40B4-BE49-F238E27FC236}">
                  <a16:creationId xmlns:a16="http://schemas.microsoft.com/office/drawing/2014/main" id="{0A50CFDB-C446-FF8C-E209-3F041E442B41}"/>
                </a:ext>
              </a:extLst>
            </p:cNvPr>
            <p:cNvSpPr/>
            <p:nvPr userDrawn="1"/>
          </p:nvSpPr>
          <p:spPr>
            <a:xfrm>
              <a:off x="2105892" y="3357980"/>
              <a:ext cx="1307811" cy="1307812"/>
            </a:xfrm>
            <a:prstGeom prst="arc">
              <a:avLst>
                <a:gd name="adj1" fmla="val 10792152"/>
                <a:gd name="adj2" fmla="val 0"/>
              </a:avLst>
            </a:prstGeom>
            <a:ln w="5715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Arc 15">
              <a:extLst>
                <a:ext uri="{FF2B5EF4-FFF2-40B4-BE49-F238E27FC236}">
                  <a16:creationId xmlns:a16="http://schemas.microsoft.com/office/drawing/2014/main" id="{C6980E86-E4FB-22C1-4406-0D82C266B0DA}"/>
                </a:ext>
              </a:extLst>
            </p:cNvPr>
            <p:cNvSpPr/>
            <p:nvPr userDrawn="1"/>
          </p:nvSpPr>
          <p:spPr>
            <a:xfrm flipV="1">
              <a:off x="3413703" y="3357980"/>
              <a:ext cx="1307811" cy="1307812"/>
            </a:xfrm>
            <a:prstGeom prst="arc">
              <a:avLst>
                <a:gd name="adj1" fmla="val 10790197"/>
                <a:gd name="adj2" fmla="val 0"/>
              </a:avLst>
            </a:prstGeom>
            <a:ln w="5715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Arc 16">
              <a:extLst>
                <a:ext uri="{FF2B5EF4-FFF2-40B4-BE49-F238E27FC236}">
                  <a16:creationId xmlns:a16="http://schemas.microsoft.com/office/drawing/2014/main" id="{ED4A39C9-E6A3-3B71-7A3C-59E2BBF28432}"/>
                </a:ext>
              </a:extLst>
            </p:cNvPr>
            <p:cNvSpPr/>
            <p:nvPr userDrawn="1"/>
          </p:nvSpPr>
          <p:spPr>
            <a:xfrm>
              <a:off x="4721514" y="3357980"/>
              <a:ext cx="1307811" cy="1307812"/>
            </a:xfrm>
            <a:prstGeom prst="arc">
              <a:avLst>
                <a:gd name="adj1" fmla="val 10792152"/>
                <a:gd name="adj2" fmla="val 0"/>
              </a:avLst>
            </a:prstGeom>
            <a:ln w="5715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Arc 17">
              <a:extLst>
                <a:ext uri="{FF2B5EF4-FFF2-40B4-BE49-F238E27FC236}">
                  <a16:creationId xmlns:a16="http://schemas.microsoft.com/office/drawing/2014/main" id="{8F9E7552-A40C-A6B7-2258-AF322F0FD3BF}"/>
                </a:ext>
              </a:extLst>
            </p:cNvPr>
            <p:cNvSpPr/>
            <p:nvPr userDrawn="1"/>
          </p:nvSpPr>
          <p:spPr>
            <a:xfrm flipV="1">
              <a:off x="6029325" y="3357980"/>
              <a:ext cx="1307811" cy="1307812"/>
            </a:xfrm>
            <a:prstGeom prst="arc">
              <a:avLst>
                <a:gd name="adj1" fmla="val 10790197"/>
                <a:gd name="adj2" fmla="val 0"/>
              </a:avLst>
            </a:prstGeom>
            <a:ln w="5715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Arc 18">
              <a:extLst>
                <a:ext uri="{FF2B5EF4-FFF2-40B4-BE49-F238E27FC236}">
                  <a16:creationId xmlns:a16="http://schemas.microsoft.com/office/drawing/2014/main" id="{8573ABE9-21D1-D87C-E9AB-3703CD1EBDFA}"/>
                </a:ext>
              </a:extLst>
            </p:cNvPr>
            <p:cNvSpPr/>
            <p:nvPr userDrawn="1"/>
          </p:nvSpPr>
          <p:spPr>
            <a:xfrm>
              <a:off x="7337136" y="3357980"/>
              <a:ext cx="1307811" cy="1307812"/>
            </a:xfrm>
            <a:prstGeom prst="arc">
              <a:avLst>
                <a:gd name="adj1" fmla="val 10792152"/>
                <a:gd name="adj2" fmla="val 0"/>
              </a:avLst>
            </a:prstGeom>
            <a:ln w="5715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Arc 19">
              <a:extLst>
                <a:ext uri="{FF2B5EF4-FFF2-40B4-BE49-F238E27FC236}">
                  <a16:creationId xmlns:a16="http://schemas.microsoft.com/office/drawing/2014/main" id="{795C9FE2-0C8F-8E77-BF2A-00588F78C29A}"/>
                </a:ext>
              </a:extLst>
            </p:cNvPr>
            <p:cNvSpPr/>
            <p:nvPr userDrawn="1"/>
          </p:nvSpPr>
          <p:spPr>
            <a:xfrm flipV="1">
              <a:off x="8644947" y="3357980"/>
              <a:ext cx="1307811" cy="1307812"/>
            </a:xfrm>
            <a:prstGeom prst="arc">
              <a:avLst>
                <a:gd name="adj1" fmla="val 10790197"/>
                <a:gd name="adj2" fmla="val 0"/>
              </a:avLst>
            </a:prstGeom>
            <a:ln w="5715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0680488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97C484F-84DC-25EA-C07C-C76534ABE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584201"/>
            <a:ext cx="11017249" cy="1720850"/>
          </a:xfrm>
        </p:spPr>
        <p:txBody>
          <a:bodyPr wrap="square" anchor="t">
            <a:noAutofit/>
          </a:bodyPr>
          <a:lstStyle>
            <a:lvl1pPr>
              <a:defRPr sz="4400" b="0">
                <a:latin typeface="+mj-lt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8" name="Line">
            <a:extLst>
              <a:ext uri="{FF2B5EF4-FFF2-40B4-BE49-F238E27FC236}">
                <a16:creationId xmlns:a16="http://schemas.microsoft.com/office/drawing/2014/main" id="{A2F605B9-DD22-872B-689D-2D7562F0DAA7}"/>
              </a:ext>
            </a:extLst>
          </p:cNvPr>
          <p:cNvSpPr/>
          <p:nvPr userDrawn="1"/>
        </p:nvSpPr>
        <p:spPr>
          <a:xfrm>
            <a:off x="587375" y="5980775"/>
            <a:ext cx="11012343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pPr lvl="0"/>
            <a:endParaRPr sz="1350"/>
          </a:p>
        </p:txBody>
      </p:sp>
    </p:spTree>
    <p:extLst>
      <p:ext uri="{BB962C8B-B14F-4D97-AF65-F5344CB8AC3E}">
        <p14:creationId xmlns:p14="http://schemas.microsoft.com/office/powerpoint/2010/main" val="383744928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217991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13F92-5D46-440C-A528-37101B29CE90}" type="datetimeFigureOut">
              <a:rPr lang="en-IN" smtClean="0"/>
              <a:t>20-04-2025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E2DCA-0990-4D0A-8508-2032F71BE6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763450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13F92-5D46-440C-A528-37101B29CE90}" type="datetimeFigureOut">
              <a:rPr lang="en-IN" smtClean="0"/>
              <a:t>20-04-2025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E2DCA-0990-4D0A-8508-2032F71BE6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96079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13F92-5D46-440C-A528-37101B29CE90}" type="datetimeFigureOut">
              <a:rPr lang="en-IN" smtClean="0"/>
              <a:t>20-04-2025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E2DCA-0990-4D0A-8508-2032F71BE6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8223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13F92-5D46-440C-A528-37101B29CE90}" type="datetimeFigureOut">
              <a:rPr lang="en-IN" smtClean="0"/>
              <a:t>20-04-2025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E2DCA-0990-4D0A-8508-2032F71BE6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873840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13F92-5D46-440C-A528-37101B29CE90}" type="datetimeFigureOut">
              <a:rPr lang="en-IN" smtClean="0"/>
              <a:t>20-04-2025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E2DCA-0990-4D0A-8508-2032F71BE6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538335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13F92-5D46-440C-A528-37101B29CE90}" type="datetimeFigureOut">
              <a:rPr lang="en-IN" smtClean="0"/>
              <a:t>20-04-2025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E2DCA-0990-4D0A-8508-2032F71BE6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193725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13F92-5D46-440C-A528-37101B29CE90}" type="datetimeFigureOut">
              <a:rPr lang="en-IN" smtClean="0"/>
              <a:t>20-04-2025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E2DCA-0990-4D0A-8508-2032F71BE6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324072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13F92-5D46-440C-A528-37101B29CE90}" type="datetimeFigureOut">
              <a:rPr lang="en-IN" smtClean="0"/>
              <a:t>20-04-2025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E2DCA-0990-4D0A-8508-2032F71BE6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138517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13F92-5D46-440C-A528-37101B29CE90}" type="datetimeFigureOut">
              <a:rPr lang="en-IN" smtClean="0"/>
              <a:t>20-04-2025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E2DCA-0990-4D0A-8508-2032F71BE6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910491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13F92-5D46-440C-A528-37101B29CE90}" type="datetimeFigureOut">
              <a:rPr lang="en-IN" smtClean="0"/>
              <a:t>20-04-2025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E2DCA-0990-4D0A-8508-2032F71BE6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881159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13F92-5D46-440C-A528-37101B29CE90}" type="datetimeFigureOut">
              <a:rPr lang="en-IN" smtClean="0"/>
              <a:t>20-04-2025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E2DCA-0990-4D0A-8508-2032F71BE679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9855576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13F92-5D46-440C-A528-37101B29CE90}" type="datetimeFigureOut">
              <a:rPr lang="en-IN" smtClean="0"/>
              <a:t>20-04-2025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E2DCA-0990-4D0A-8508-2032F71BE6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703640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13F92-5D46-440C-A528-37101B29CE90}" type="datetimeFigureOut">
              <a:rPr lang="en-IN" smtClean="0"/>
              <a:t>20-04-2025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E2DCA-0990-4D0A-8508-2032F71BE679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45190788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13F92-5D46-440C-A528-37101B29CE90}" type="datetimeFigureOut">
              <a:rPr lang="en-IN" smtClean="0"/>
              <a:t>20-04-2025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E2DCA-0990-4D0A-8508-2032F71BE6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5032506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13F92-5D46-440C-A528-37101B29CE90}" type="datetimeFigureOut">
              <a:rPr lang="en-IN" smtClean="0"/>
              <a:t>20-04-2025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E2DCA-0990-4D0A-8508-2032F71BE6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272276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13F92-5D46-440C-A528-37101B29CE90}" type="datetimeFigureOut">
              <a:rPr lang="en-IN" smtClean="0"/>
              <a:t>20-04-2025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E2DCA-0990-4D0A-8508-2032F71BE6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9248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5.xml"/><Relationship Id="rId13" Type="http://schemas.openxmlformats.org/officeDocument/2006/relationships/slideLayout" Target="../slideLayouts/slideLayout60.xml"/><Relationship Id="rId3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4.xml"/><Relationship Id="rId12" Type="http://schemas.openxmlformats.org/officeDocument/2006/relationships/slideLayout" Target="../slideLayouts/slideLayout59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49.xml"/><Relationship Id="rId16" Type="http://schemas.openxmlformats.org/officeDocument/2006/relationships/slideLayout" Target="../slideLayouts/slideLayout63.xml"/><Relationship Id="rId1" Type="http://schemas.openxmlformats.org/officeDocument/2006/relationships/slideLayout" Target="../slideLayouts/slideLayout48.xml"/><Relationship Id="rId6" Type="http://schemas.openxmlformats.org/officeDocument/2006/relationships/slideLayout" Target="../slideLayouts/slideLayout53.xml"/><Relationship Id="rId11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2.xml"/><Relationship Id="rId15" Type="http://schemas.openxmlformats.org/officeDocument/2006/relationships/slideLayout" Target="../slideLayouts/slideLayout62.xml"/><Relationship Id="rId10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6.xml"/><Relationship Id="rId14" Type="http://schemas.openxmlformats.org/officeDocument/2006/relationships/slideLayout" Target="../slideLayouts/slideLayout6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BD9625-ED1C-9C68-D8B9-B6502FCCB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523"/>
            <a:ext cx="10515600" cy="13251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8293A9-2FAF-A155-DC7A-FE995344AE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229"/>
            <a:ext cx="10515600" cy="43517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F1B5DE-B15D-9D1C-21D2-953FFCB007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516" y="219869"/>
            <a:ext cx="373155" cy="364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">
            <a:extLst>
              <a:ext uri="{FF2B5EF4-FFF2-40B4-BE49-F238E27FC236}">
                <a16:creationId xmlns:a16="http://schemas.microsoft.com/office/drawing/2014/main" id="{2CC72135-826E-3084-1ACC-9293218F24EE}"/>
              </a:ext>
            </a:extLst>
          </p:cNvPr>
          <p:cNvGrpSpPr/>
          <p:nvPr userDrawn="1"/>
        </p:nvGrpSpPr>
        <p:grpSpPr>
          <a:xfrm>
            <a:off x="11350549" y="6275881"/>
            <a:ext cx="378619" cy="267073"/>
            <a:chOff x="0" y="0"/>
            <a:chExt cx="504824" cy="356095"/>
          </a:xfrm>
        </p:grpSpPr>
        <p:sp>
          <p:nvSpPr>
            <p:cNvPr id="8" name="Line">
              <a:extLst>
                <a:ext uri="{FF2B5EF4-FFF2-40B4-BE49-F238E27FC236}">
                  <a16:creationId xmlns:a16="http://schemas.microsoft.com/office/drawing/2014/main" id="{024BCD63-D1A0-9E6D-3EA4-16D1E0509D18}"/>
                </a:ext>
              </a:extLst>
            </p:cNvPr>
            <p:cNvSpPr/>
            <p:nvPr/>
          </p:nvSpPr>
          <p:spPr>
            <a:xfrm>
              <a:off x="0" y="180134"/>
              <a:ext cx="504825" cy="1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350"/>
            </a:p>
          </p:txBody>
        </p:sp>
        <p:sp>
          <p:nvSpPr>
            <p:cNvPr id="9" name="Line">
              <a:extLst>
                <a:ext uri="{FF2B5EF4-FFF2-40B4-BE49-F238E27FC236}">
                  <a16:creationId xmlns:a16="http://schemas.microsoft.com/office/drawing/2014/main" id="{3E483999-BF7F-A26B-845E-8C65CD948361}"/>
                </a:ext>
              </a:extLst>
            </p:cNvPr>
            <p:cNvSpPr/>
            <p:nvPr/>
          </p:nvSpPr>
          <p:spPr>
            <a:xfrm>
              <a:off x="324689" y="0"/>
              <a:ext cx="177185" cy="177184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350"/>
            </a:p>
          </p:txBody>
        </p:sp>
        <p:sp>
          <p:nvSpPr>
            <p:cNvPr id="10" name="Line">
              <a:extLst>
                <a:ext uri="{FF2B5EF4-FFF2-40B4-BE49-F238E27FC236}">
                  <a16:creationId xmlns:a16="http://schemas.microsoft.com/office/drawing/2014/main" id="{B9696663-8271-B1D6-1A2F-9E2DDAA3DD5E}"/>
                </a:ext>
              </a:extLst>
            </p:cNvPr>
            <p:cNvSpPr/>
            <p:nvPr/>
          </p:nvSpPr>
          <p:spPr>
            <a:xfrm flipV="1">
              <a:off x="324689" y="178911"/>
              <a:ext cx="177185" cy="177185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350"/>
            </a:p>
          </p:txBody>
        </p:sp>
      </p:grpSp>
      <p:sp>
        <p:nvSpPr>
          <p:cNvPr id="11" name="textruta 3">
            <a:extLst>
              <a:ext uri="{FF2B5EF4-FFF2-40B4-BE49-F238E27FC236}">
                <a16:creationId xmlns:a16="http://schemas.microsoft.com/office/drawing/2014/main" id="{2DC00BBB-96D5-E144-A351-6386B4BABF32}"/>
              </a:ext>
            </a:extLst>
          </p:cNvPr>
          <p:cNvSpPr txBox="1"/>
          <p:nvPr userDrawn="1"/>
        </p:nvSpPr>
        <p:spPr>
          <a:xfrm>
            <a:off x="10707476" y="6260827"/>
            <a:ext cx="759780" cy="3000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4289" rIns="34289">
            <a:spAutoFit/>
          </a:bodyPr>
          <a:lstStyle>
            <a:lvl1pPr>
              <a:lnSpc>
                <a:spcPct val="90000"/>
              </a:lnSpc>
              <a:spcBef>
                <a:spcPts val="600"/>
              </a:spcBef>
              <a:defRPr sz="2000">
                <a:solidFill>
                  <a:srgbClr val="000000"/>
                </a:solidFill>
              </a:defRPr>
            </a:lvl1pPr>
          </a:lstStyle>
          <a:p>
            <a:r>
              <a:rPr sz="1500" dirty="0"/>
              <a:t>NEXT</a:t>
            </a:r>
          </a:p>
        </p:txBody>
      </p:sp>
      <p:grpSp>
        <p:nvGrpSpPr>
          <p:cNvPr id="4" name="Group 3" hidden="1">
            <a:extLst>
              <a:ext uri="{FF2B5EF4-FFF2-40B4-BE49-F238E27FC236}">
                <a16:creationId xmlns:a16="http://schemas.microsoft.com/office/drawing/2014/main" id="{B3A606B9-7A85-A653-3B7B-A73C925E35A3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grpSp>
          <p:nvGrpSpPr>
            <p:cNvPr id="5" name="Group 4" hidden="1">
              <a:extLst>
                <a:ext uri="{FF2B5EF4-FFF2-40B4-BE49-F238E27FC236}">
                  <a16:creationId xmlns:a16="http://schemas.microsoft.com/office/drawing/2014/main" id="{0DA89A57-887E-CE8C-8768-88BCAD4C8758}"/>
                </a:ext>
              </a:extLst>
            </p:cNvPr>
            <p:cNvGrpSpPr/>
            <p:nvPr userDrawn="1"/>
          </p:nvGrpSpPr>
          <p:grpSpPr>
            <a:xfrm>
              <a:off x="0" y="0"/>
              <a:ext cx="12192000" cy="6858000"/>
              <a:chOff x="0" y="0"/>
              <a:chExt cx="5166360" cy="6858000"/>
            </a:xfrm>
            <a:noFill/>
          </p:grpSpPr>
          <p:sp>
            <p:nvSpPr>
              <p:cNvPr id="13" name="Rectangle 12" hidden="1">
                <a:extLst>
                  <a:ext uri="{FF2B5EF4-FFF2-40B4-BE49-F238E27FC236}">
                    <a16:creationId xmlns:a16="http://schemas.microsoft.com/office/drawing/2014/main" id="{D34F6CA2-EFE0-824A-3557-295549EC196B}"/>
                  </a:ext>
                </a:extLst>
              </p:cNvPr>
              <p:cNvSpPr/>
              <p:nvPr userDrawn="1"/>
            </p:nvSpPr>
            <p:spPr>
              <a:xfrm>
                <a:off x="0" y="0"/>
                <a:ext cx="861060" cy="68580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" name="Rectangle 13" hidden="1">
                <a:extLst>
                  <a:ext uri="{FF2B5EF4-FFF2-40B4-BE49-F238E27FC236}">
                    <a16:creationId xmlns:a16="http://schemas.microsoft.com/office/drawing/2014/main" id="{D4F5DF5E-C25C-E06B-DA76-269A78A78FBC}"/>
                  </a:ext>
                </a:extLst>
              </p:cNvPr>
              <p:cNvSpPr/>
              <p:nvPr userDrawn="1"/>
            </p:nvSpPr>
            <p:spPr>
              <a:xfrm>
                <a:off x="861060" y="0"/>
                <a:ext cx="861060" cy="68580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5" name="Rectangle 14" hidden="1">
                <a:extLst>
                  <a:ext uri="{FF2B5EF4-FFF2-40B4-BE49-F238E27FC236}">
                    <a16:creationId xmlns:a16="http://schemas.microsoft.com/office/drawing/2014/main" id="{E5E2181D-DEA5-A52B-A99C-F438E7F9CC19}"/>
                  </a:ext>
                </a:extLst>
              </p:cNvPr>
              <p:cNvSpPr/>
              <p:nvPr userDrawn="1"/>
            </p:nvSpPr>
            <p:spPr>
              <a:xfrm>
                <a:off x="1722120" y="0"/>
                <a:ext cx="861060" cy="68580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6" name="Rectangle 15" hidden="1">
                <a:extLst>
                  <a:ext uri="{FF2B5EF4-FFF2-40B4-BE49-F238E27FC236}">
                    <a16:creationId xmlns:a16="http://schemas.microsoft.com/office/drawing/2014/main" id="{93FE8CC2-C679-9344-20A3-EBB5357EBCA9}"/>
                  </a:ext>
                </a:extLst>
              </p:cNvPr>
              <p:cNvSpPr/>
              <p:nvPr userDrawn="1"/>
            </p:nvSpPr>
            <p:spPr>
              <a:xfrm>
                <a:off x="2583180" y="0"/>
                <a:ext cx="861060" cy="68580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7" name="Rectangle 16" hidden="1">
                <a:extLst>
                  <a:ext uri="{FF2B5EF4-FFF2-40B4-BE49-F238E27FC236}">
                    <a16:creationId xmlns:a16="http://schemas.microsoft.com/office/drawing/2014/main" id="{F8A77995-221D-057E-4A69-0AE8C4EB94F6}"/>
                  </a:ext>
                </a:extLst>
              </p:cNvPr>
              <p:cNvSpPr/>
              <p:nvPr userDrawn="1"/>
            </p:nvSpPr>
            <p:spPr>
              <a:xfrm>
                <a:off x="3444240" y="0"/>
                <a:ext cx="861060" cy="68580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8" name="Rectangle 17" hidden="1">
                <a:extLst>
                  <a:ext uri="{FF2B5EF4-FFF2-40B4-BE49-F238E27FC236}">
                    <a16:creationId xmlns:a16="http://schemas.microsoft.com/office/drawing/2014/main" id="{8C44B415-B294-F664-88CA-45B04EC24A3C}"/>
                  </a:ext>
                </a:extLst>
              </p:cNvPr>
              <p:cNvSpPr/>
              <p:nvPr userDrawn="1"/>
            </p:nvSpPr>
            <p:spPr>
              <a:xfrm>
                <a:off x="4305300" y="0"/>
                <a:ext cx="861060" cy="68580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12" name="Frame 11" hidden="1">
              <a:extLst>
                <a:ext uri="{FF2B5EF4-FFF2-40B4-BE49-F238E27FC236}">
                  <a16:creationId xmlns:a16="http://schemas.microsoft.com/office/drawing/2014/main" id="{6BFAFB4F-E8FA-5E73-79F0-1505E0146735}"/>
                </a:ext>
              </a:extLst>
            </p:cNvPr>
            <p:cNvSpPr/>
            <p:nvPr userDrawn="1"/>
          </p:nvSpPr>
          <p:spPr>
            <a:xfrm>
              <a:off x="0" y="0"/>
              <a:ext cx="12192000" cy="6858000"/>
            </a:xfrm>
            <a:prstGeom prst="frame">
              <a:avLst>
                <a:gd name="adj1" fmla="val 861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AED2B71C-3F85-B249-9718-45F847D8F81F}"/>
              </a:ext>
            </a:extLst>
          </p:cNvPr>
          <p:cNvPicPr>
            <a:picLocks noChangeAspect="1"/>
          </p:cNvPicPr>
          <p:nvPr userDrawn="1"/>
        </p:nvPicPr>
        <p:blipFill>
          <a:blip r:embed="rId4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5078" y="6356350"/>
            <a:ext cx="2543175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6439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2" r:id="rId1"/>
    <p:sldLayoutId id="2147483708" r:id="rId2"/>
    <p:sldLayoutId id="2147483709" r:id="rId3"/>
    <p:sldLayoutId id="2147483686" r:id="rId4"/>
    <p:sldLayoutId id="2147483714" r:id="rId5"/>
    <p:sldLayoutId id="2147483715" r:id="rId6"/>
    <p:sldLayoutId id="2147483685" r:id="rId7"/>
    <p:sldLayoutId id="2147483703" r:id="rId8"/>
    <p:sldLayoutId id="2147483695" r:id="rId9"/>
    <p:sldLayoutId id="2147483710" r:id="rId10"/>
    <p:sldLayoutId id="2147483711" r:id="rId11"/>
    <p:sldLayoutId id="2147483701" r:id="rId12"/>
    <p:sldLayoutId id="2147483702" r:id="rId13"/>
    <p:sldLayoutId id="2147483700" r:id="rId14"/>
    <p:sldLayoutId id="2147483712" r:id="rId15"/>
    <p:sldLayoutId id="2147483713" r:id="rId16"/>
    <p:sldLayoutId id="2147483717" r:id="rId17"/>
    <p:sldLayoutId id="2147483718" r:id="rId18"/>
    <p:sldLayoutId id="2147483719" r:id="rId19"/>
    <p:sldLayoutId id="2147483720" r:id="rId20"/>
    <p:sldLayoutId id="2147483716" r:id="rId21"/>
    <p:sldLayoutId id="2147483721" r:id="rId22"/>
    <p:sldLayoutId id="2147483676" r:id="rId23"/>
    <p:sldLayoutId id="2147483722" r:id="rId24"/>
    <p:sldLayoutId id="2147483674" r:id="rId25"/>
    <p:sldLayoutId id="2147483675" r:id="rId26"/>
    <p:sldLayoutId id="2147483677" r:id="rId27"/>
    <p:sldLayoutId id="2147483673" r:id="rId28"/>
    <p:sldLayoutId id="2147483696" r:id="rId29"/>
    <p:sldLayoutId id="2147483697" r:id="rId30"/>
    <p:sldLayoutId id="2147483723" r:id="rId31"/>
    <p:sldLayoutId id="2147483687" r:id="rId32"/>
    <p:sldLayoutId id="2147483683" r:id="rId33"/>
    <p:sldLayoutId id="2147483682" r:id="rId34"/>
    <p:sldLayoutId id="2147483684" r:id="rId35"/>
    <p:sldLayoutId id="2147483698" r:id="rId36"/>
    <p:sldLayoutId id="2147483699" r:id="rId37"/>
    <p:sldLayoutId id="2147483691" r:id="rId38"/>
    <p:sldLayoutId id="2147483692" r:id="rId39"/>
    <p:sldLayoutId id="2147483693" r:id="rId40"/>
    <p:sldLayoutId id="2147483694" r:id="rId41"/>
    <p:sldLayoutId id="2147483704" r:id="rId42"/>
    <p:sldLayoutId id="2147483705" r:id="rId43"/>
    <p:sldLayoutId id="2147483706" r:id="rId44"/>
    <p:sldLayoutId id="2147483707" r:id="rId45"/>
    <p:sldLayoutId id="2147483679" r:id="rId46"/>
    <p:sldLayoutId id="2147483680" r:id="rId47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52" userDrawn="1">
          <p15:clr>
            <a:srgbClr val="F26B43"/>
          </p15:clr>
        </p15:guide>
        <p15:guide id="2" pos="370" userDrawn="1">
          <p15:clr>
            <a:srgbClr val="F26B43"/>
          </p15:clr>
        </p15:guide>
        <p15:guide id="3" orient="horz" pos="368" userDrawn="1">
          <p15:clr>
            <a:srgbClr val="F26B43"/>
          </p15:clr>
        </p15:guide>
        <p15:guide id="4" pos="7310" userDrawn="1">
          <p15:clr>
            <a:srgbClr val="F26B43"/>
          </p15:clr>
        </p15:guide>
        <p15:guide id="5" pos="1277" userDrawn="1">
          <p15:clr>
            <a:srgbClr val="F26B43"/>
          </p15:clr>
        </p15:guide>
        <p15:guide id="6" pos="2570" userDrawn="1">
          <p15:clr>
            <a:srgbClr val="F26B43"/>
          </p15:clr>
        </p15:guide>
        <p15:guide id="7" pos="3840" userDrawn="1">
          <p15:clr>
            <a:srgbClr val="F26B43"/>
          </p15:clr>
        </p15:guide>
        <p15:guide id="8" pos="5110" userDrawn="1">
          <p15:clr>
            <a:srgbClr val="F26B43"/>
          </p15:clr>
        </p15:guide>
        <p15:guide id="9" pos="6403" userDrawn="1">
          <p15:clr>
            <a:srgbClr val="F26B43"/>
          </p15:clr>
        </p15:guide>
        <p15:guide id="10" orient="horz" pos="216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8915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7" r:id="rId6"/>
    <p:sldLayoutId id="2147483748" r:id="rId7"/>
    <p:sldLayoutId id="2147483749" r:id="rId8"/>
    <p:sldLayoutId id="2147483750" r:id="rId9"/>
    <p:sldLayoutId id="2147483751" r:id="rId10"/>
    <p:sldLayoutId id="2147483752" r:id="rId11"/>
    <p:sldLayoutId id="2147483753" r:id="rId12"/>
    <p:sldLayoutId id="2147483754" r:id="rId13"/>
    <p:sldLayoutId id="2147483755" r:id="rId14"/>
    <p:sldLayoutId id="2147483756" r:id="rId15"/>
    <p:sldLayoutId id="2147483757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57B93-8D20-920A-91A3-70597AFF8A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2920" y="1632029"/>
            <a:ext cx="3931920" cy="2349661"/>
          </a:xfrm>
        </p:spPr>
        <p:txBody>
          <a:bodyPr anchor="ctr">
            <a:noAutofit/>
          </a:bodyPr>
          <a:lstStyle/>
          <a:p>
            <a:pPr algn="l"/>
            <a:r>
              <a:rPr lang="en-US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OPTIMIZING PRICING, APPOINTMENTS, AND INVENTORY IN AN EYE CLINIC</a:t>
            </a:r>
            <a:br>
              <a:rPr lang="en-US" sz="2800" dirty="0"/>
            </a:br>
            <a:endParaRPr lang="en-IN" sz="28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722514-E03F-6BA3-1F2B-A47781F748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5114" y="4114802"/>
            <a:ext cx="4919240" cy="1872203"/>
          </a:xfrm>
        </p:spPr>
        <p:txBody>
          <a:bodyPr/>
          <a:lstStyle/>
          <a:p>
            <a:pPr algn="l"/>
            <a:r>
              <a:rPr lang="en-US" sz="1800" dirty="0">
                <a:solidFill>
                  <a:schemeClr val="accent6">
                    <a:lumMod val="40000"/>
                    <a:lumOff val="60000"/>
                  </a:schemeClr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Shriyanshi Parashari</a:t>
            </a:r>
            <a:endParaRPr lang="en-US" sz="18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algn="l"/>
            <a:r>
              <a:rPr lang="en-IN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22f3001012</a:t>
            </a:r>
          </a:p>
          <a:p>
            <a:pPr algn="l"/>
            <a:r>
              <a:rPr lang="en-US" sz="1800" dirty="0">
                <a:solidFill>
                  <a:schemeClr val="accent6">
                    <a:lumMod val="40000"/>
                    <a:lumOff val="60000"/>
                  </a:schemeClr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IITM Online BS Degree Program, Indian Institute of Technology, Madras</a:t>
            </a:r>
            <a:endParaRPr lang="en-US" sz="18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algn="l"/>
            <a:endParaRPr lang="en-IN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29" name="Image 0" descr="preencoded.png">
            <a:extLst>
              <a:ext uri="{FF2B5EF4-FFF2-40B4-BE49-F238E27FC236}">
                <a16:creationId xmlns:a16="http://schemas.microsoft.com/office/drawing/2014/main" id="{BEEDB132-E735-905F-8AD6-454E616EF0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1676" y="483243"/>
            <a:ext cx="5486400" cy="562819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2EF3F7CE-2619-3102-C469-16224D8CF4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114" y="237719"/>
            <a:ext cx="1400537" cy="1093370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A65CC508-3EF6-EF0C-3D3B-4511BA338245}"/>
              </a:ext>
            </a:extLst>
          </p:cNvPr>
          <p:cNvSpPr txBox="1"/>
          <p:nvPr/>
        </p:nvSpPr>
        <p:spPr>
          <a:xfrm>
            <a:off x="11516811" y="6334245"/>
            <a:ext cx="3781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5103137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4CD63-3852-C96D-C6EA-EA1D9AAE7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335667"/>
            <a:ext cx="5792913" cy="1307938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Organization Background</a:t>
            </a:r>
            <a:br>
              <a:rPr lang="en-US" sz="4000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19683C-0274-1527-DE62-63A2316958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1169142"/>
            <a:ext cx="6174878" cy="5353191"/>
          </a:xfrm>
        </p:spPr>
        <p:txBody>
          <a:bodyPr/>
          <a:lstStyle/>
          <a:p>
            <a:pPr algn="l">
              <a:buNone/>
            </a:pPr>
            <a:r>
              <a:rPr lang="en-US" b="0" i="0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fkGroteskNeue"/>
              </a:rPr>
              <a:t>City Optics And Eye Care Centre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fkGroteskNeue"/>
              </a:rPr>
              <a:t> Location: </a:t>
            </a:r>
            <a:r>
              <a:rPr lang="en-US" b="0" i="0" dirty="0">
                <a:effectLst/>
                <a:latin typeface="fkGroteskNeue"/>
              </a:rPr>
              <a:t>Near Women District Hospital, Budaun, Uttar Pradesh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fkGroteskNeue"/>
              </a:rPr>
              <a:t> Services Offered: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Comprehensive eye diagnostics and vision check-ups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Prescription of glasses tailored to patient needs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Retail sales of frames and lenses, including a wide selection of product categories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fkGroteskNeue"/>
              </a:rPr>
              <a:t> Reputation:</a:t>
            </a:r>
            <a:br>
              <a:rPr lang="en-US" b="0" i="0" dirty="0">
                <a:effectLst/>
                <a:latin typeface="fkGroteskNeue"/>
              </a:rPr>
            </a:br>
            <a:r>
              <a:rPr lang="en-US" sz="1800" b="0" i="0" dirty="0">
                <a:effectLst/>
                <a:latin typeface="fkGroteskNeue"/>
              </a:rPr>
              <a:t>City Optics and Eye Care Centre has established itself as a trusted provider of quality eye care in the local community, known for its personalized service and attention to patient satisfaction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56B8EB-B9D7-3C00-84D9-DE2C54C2B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E2DCA-0990-4D0A-8508-2032F71BE679}" type="slidenum">
              <a:rPr lang="en-IN" smtClean="0"/>
              <a:t>2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2FE221-0613-05BF-8927-4A149BBCD9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2213" y="1169142"/>
            <a:ext cx="4872941" cy="512748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FBC0DCE-E52E-E058-998D-5145F4788676}"/>
              </a:ext>
            </a:extLst>
          </p:cNvPr>
          <p:cNvSpPr txBox="1"/>
          <p:nvPr/>
        </p:nvSpPr>
        <p:spPr>
          <a:xfrm>
            <a:off x="11514665" y="6406487"/>
            <a:ext cx="526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6986930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2110A-1B86-3C2E-5B03-A1FD586B0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255270"/>
            <a:ext cx="6568417" cy="1226289"/>
          </a:xfrm>
        </p:spPr>
        <p:txBody>
          <a:bodyPr>
            <a:normAutofit fontScale="90000"/>
          </a:bodyPr>
          <a:lstStyle/>
          <a:p>
            <a:r>
              <a:rPr lang="en-IN" b="0" i="0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fkGrotesk"/>
              </a:rPr>
              <a:t>Problem Statement</a:t>
            </a:r>
            <a:br>
              <a:rPr lang="en-IN" b="0" i="0" dirty="0">
                <a:effectLst/>
                <a:latin typeface="fkGrotesk"/>
              </a:rPr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5D3DB1-E47A-A09E-0FB9-D9E27C8B91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844952"/>
            <a:ext cx="10330189" cy="4085863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 </a:t>
            </a:r>
            <a:r>
              <a:rPr lang="en-US" b="0" i="0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fkGroteskNeue"/>
              </a:rPr>
              <a:t>Pricing Pressure from Competitors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City Optics charges 13% higher for lenses than local competitors (₹425 vs ₹375.67), making it difficult to retain price-sensitive customers and compete with chain stores and online retailers.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 </a:t>
            </a:r>
            <a:r>
              <a:rPr lang="en-US" b="0" i="0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fkGroteskNeue"/>
              </a:rPr>
              <a:t>Appointment Scheduling Inefficiencies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The clinic faces a 24.5% cancellation rate, with 23.5% of appointments cancelled due to overcrowding and long wait times, resulting in lost revenue and inefficient resource utilization.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fkGroteskNeue"/>
              </a:rPr>
              <a:t> Inventory Management Issues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₹350,379 is tied up in inventory, with significant overstocking in slow-moving categories such as sheet frames (400 units) and glass lenses (500 units), leading to capital inefficiency and risk of obsolescence.</a:t>
            </a:r>
            <a:endParaRPr lang="en-US" b="0" i="0" dirty="0">
              <a:solidFill>
                <a:schemeClr val="accent6">
                  <a:lumMod val="40000"/>
                  <a:lumOff val="60000"/>
                </a:schemeClr>
              </a:solidFill>
              <a:effectLst/>
              <a:latin typeface="fkGroteskNeu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  <a:latin typeface="fkGroteskNeue"/>
              </a:rPr>
              <a:t> </a:t>
            </a:r>
            <a:r>
              <a:rPr lang="en-IN" b="0" i="0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fkGroteskNeue"/>
              </a:rPr>
              <a:t>Summary Table</a:t>
            </a:r>
            <a:endParaRPr lang="en-US" b="0" i="0" dirty="0">
              <a:solidFill>
                <a:schemeClr val="accent6">
                  <a:lumMod val="40000"/>
                  <a:lumOff val="60000"/>
                </a:schemeClr>
              </a:solidFill>
              <a:effectLst/>
              <a:latin typeface="fkGroteskNeue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DB6FA-6EC0-56FC-EA40-EF9F0118D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E2DCA-0990-4D0A-8508-2032F71BE679}" type="slidenum">
              <a:rPr lang="en-IN" smtClean="0"/>
              <a:t>3</a:t>
            </a:fld>
            <a:endParaRPr lang="en-IN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0893F8B-7FC0-3A1C-2A04-B72E31BAB3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7427138"/>
              </p:ext>
            </p:extLst>
          </p:nvPr>
        </p:nvGraphicFramePr>
        <p:xfrm>
          <a:off x="960700" y="4838218"/>
          <a:ext cx="10330188" cy="1764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3396">
                  <a:extLst>
                    <a:ext uri="{9D8B030D-6E8A-4147-A177-3AD203B41FA5}">
                      <a16:colId xmlns:a16="http://schemas.microsoft.com/office/drawing/2014/main" val="571852478"/>
                    </a:ext>
                  </a:extLst>
                </a:gridCol>
                <a:gridCol w="3443396">
                  <a:extLst>
                    <a:ext uri="{9D8B030D-6E8A-4147-A177-3AD203B41FA5}">
                      <a16:colId xmlns:a16="http://schemas.microsoft.com/office/drawing/2014/main" val="1471525360"/>
                    </a:ext>
                  </a:extLst>
                </a:gridCol>
                <a:gridCol w="3443396">
                  <a:extLst>
                    <a:ext uri="{9D8B030D-6E8A-4147-A177-3AD203B41FA5}">
                      <a16:colId xmlns:a16="http://schemas.microsoft.com/office/drawing/2014/main" val="3686907528"/>
                    </a:ext>
                  </a:extLst>
                </a:gridCol>
              </a:tblGrid>
              <a:tr h="352902">
                <a:tc>
                  <a:txBody>
                    <a:bodyPr/>
                    <a:lstStyle/>
                    <a:p>
                      <a:pPr fontAlgn="t" latinLnBrk="0"/>
                      <a:r>
                        <a:rPr lang="en-IN" sz="1400" b="0" dirty="0">
                          <a:effectLst/>
                        </a:rPr>
                        <a:t>Problem Area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fontAlgn="t" latinLnBrk="0"/>
                      <a:r>
                        <a:rPr lang="en-IN" sz="1400" b="0" dirty="0">
                          <a:effectLst/>
                        </a:rPr>
                        <a:t>Key Issue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fontAlgn="t" latinLnBrk="0"/>
                      <a:r>
                        <a:rPr lang="en-IN" sz="1400" b="0" dirty="0">
                          <a:effectLst/>
                        </a:rPr>
                        <a:t>Quantitative Impact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3425432142"/>
                  </a:ext>
                </a:extLst>
              </a:tr>
              <a:tr h="320820">
                <a:tc>
                  <a:txBody>
                    <a:bodyPr/>
                    <a:lstStyle/>
                    <a:p>
                      <a:pPr fontAlgn="base" latinLnBrk="0"/>
                      <a:r>
                        <a:rPr lang="en-IN" sz="1400" dirty="0">
                          <a:effectLst/>
                        </a:rPr>
                        <a:t>Pricing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1400" dirty="0">
                          <a:effectLst/>
                        </a:rPr>
                        <a:t>Lens prices 13% higher than competitors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IN" sz="1400" dirty="0">
                          <a:effectLst/>
                        </a:rPr>
                        <a:t>₹425 vs ₹375.67</a:t>
                      </a:r>
                    </a:p>
                  </a:txBody>
                  <a:tcPr marL="60960" marR="60960" anchor="ctr"/>
                </a:tc>
                <a:extLst>
                  <a:ext uri="{0D108BD9-81ED-4DB2-BD59-A6C34878D82A}">
                    <a16:rowId xmlns:a16="http://schemas.microsoft.com/office/drawing/2014/main" val="1309353226"/>
                  </a:ext>
                </a:extLst>
              </a:tr>
              <a:tr h="545395">
                <a:tc>
                  <a:txBody>
                    <a:bodyPr/>
                    <a:lstStyle/>
                    <a:p>
                      <a:pPr fontAlgn="base" latinLnBrk="0"/>
                      <a:r>
                        <a:rPr lang="en-IN" sz="1400" dirty="0">
                          <a:effectLst/>
                        </a:rPr>
                        <a:t>Appointments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1400" dirty="0">
                          <a:effectLst/>
                        </a:rPr>
                        <a:t>High cancellation rate due to overcrowding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1400" dirty="0">
                          <a:effectLst/>
                        </a:rPr>
                        <a:t>24.5% cancellations (23.5% due to crowding)</a:t>
                      </a:r>
                    </a:p>
                  </a:txBody>
                  <a:tcPr marL="60960" marR="60960" anchor="ctr"/>
                </a:tc>
                <a:extLst>
                  <a:ext uri="{0D108BD9-81ED-4DB2-BD59-A6C34878D82A}">
                    <a16:rowId xmlns:a16="http://schemas.microsoft.com/office/drawing/2014/main" val="1499748989"/>
                  </a:ext>
                </a:extLst>
              </a:tr>
              <a:tr h="545395">
                <a:tc>
                  <a:txBody>
                    <a:bodyPr/>
                    <a:lstStyle/>
                    <a:p>
                      <a:pPr fontAlgn="base" latinLnBrk="0"/>
                      <a:r>
                        <a:rPr lang="en-IN" sz="1400" dirty="0">
                          <a:effectLst/>
                        </a:rPr>
                        <a:t>Inventory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1400" dirty="0">
                          <a:effectLst/>
                        </a:rPr>
                        <a:t>Excess capital tied in overstocked, slow-moving stock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1400" dirty="0">
                          <a:effectLst/>
                        </a:rPr>
                        <a:t>₹350,379 in inventory; turnover &lt;0.4x/month</a:t>
                      </a:r>
                    </a:p>
                  </a:txBody>
                  <a:tcPr marL="60960" marR="60960" anchor="ctr"/>
                </a:tc>
                <a:extLst>
                  <a:ext uri="{0D108BD9-81ED-4DB2-BD59-A6C34878D82A}">
                    <a16:rowId xmlns:a16="http://schemas.microsoft.com/office/drawing/2014/main" val="3080473821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9DC56B2A-6575-FB71-5FF9-FEA763C41B1E}"/>
              </a:ext>
            </a:extLst>
          </p:cNvPr>
          <p:cNvSpPr txBox="1"/>
          <p:nvPr/>
        </p:nvSpPr>
        <p:spPr>
          <a:xfrm>
            <a:off x="11574253" y="6233398"/>
            <a:ext cx="1021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8946523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0942A-64E9-55B5-33DE-0A14306E1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539" y="289368"/>
            <a:ext cx="6667018" cy="752354"/>
          </a:xfrm>
        </p:spPr>
        <p:txBody>
          <a:bodyPr>
            <a:normAutofit fontScale="90000"/>
          </a:bodyPr>
          <a:lstStyle/>
          <a:p>
            <a:r>
              <a:rPr lang="en-IN" sz="3100" b="0" i="0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fkGrotesk"/>
              </a:rPr>
              <a:t>Data Collection and Methodology</a:t>
            </a:r>
            <a:br>
              <a:rPr lang="en-IN" b="0" i="0" dirty="0">
                <a:effectLst/>
                <a:latin typeface="fkGrotesk"/>
              </a:rPr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91E441-0FA6-F145-BE66-2B9AC3DAD2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3538" y="580103"/>
            <a:ext cx="7963383" cy="6277896"/>
          </a:xfrm>
        </p:spPr>
        <p:txBody>
          <a:bodyPr>
            <a:normAutofit fontScale="85000" lnSpcReduction="20000"/>
          </a:bodyPr>
          <a:lstStyle/>
          <a:p>
            <a:pPr algn="l">
              <a:buNone/>
            </a:pPr>
            <a:r>
              <a:rPr lang="en-US" b="0" i="0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fkGroteskNeue"/>
              </a:rPr>
              <a:t>Data Sources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Patient Records: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306 records covering appointments, demographics, prescriptions, cancellations, and purchases.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Competitor Analysis: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Pricing and service data from 15 local optical shops.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Inventory &amp; Sales Audit: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Complete audit of stock and transaction-level sales data.</a:t>
            </a:r>
          </a:p>
          <a:p>
            <a:r>
              <a:rPr lang="en-IN" b="0" i="0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fkGroteskNeue"/>
              </a:rPr>
              <a:t>Methodological Workflow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Data Collection: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Gathered primary data from the clinic, competitors, and inventory systems through records, direct observation, and staff interviews</a:t>
            </a:r>
            <a:r>
              <a:rPr lang="en-US" b="0" i="0" dirty="0">
                <a:effectLst/>
                <a:latin typeface="berkeleyMono"/>
              </a:rPr>
              <a:t>123</a:t>
            </a:r>
            <a:r>
              <a:rPr lang="en-US" b="0" i="0" dirty="0">
                <a:effectLst/>
                <a:latin typeface="fkGroteskNeue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Data Cleaning: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Standardized formats, handled missing values, removed duplicates, and validated entries for accuracy</a:t>
            </a:r>
            <a:r>
              <a:rPr lang="en-US" b="0" i="0" dirty="0">
                <a:effectLst/>
                <a:latin typeface="berkeleyMono"/>
              </a:rPr>
              <a:t>12</a:t>
            </a:r>
            <a:r>
              <a:rPr lang="en-US" b="0" i="0" dirty="0">
                <a:effectLst/>
                <a:latin typeface="fkGroteskNeue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Analysis: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Applied descriptive statistics, correlation analysis, and visualization techniques (bar charts, pie charts, heat maps) to extract actionable insights</a:t>
            </a:r>
            <a:r>
              <a:rPr lang="en-US" b="0" i="0" dirty="0">
                <a:effectLst/>
                <a:latin typeface="berkeleyMono"/>
              </a:rPr>
              <a:t>123</a:t>
            </a:r>
            <a:r>
              <a:rPr lang="en-US" b="0" i="0" dirty="0">
                <a:effectLst/>
                <a:latin typeface="fkGroteskNeue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Outcome: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Data-driven recommendations for pricing, appointment scheduling, and inventory management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1C2AA7-A2C4-7934-32E3-FCEF4CFA2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E2DCA-0990-4D0A-8508-2032F71BE679}" type="slidenum">
              <a:rPr lang="en-IN" smtClean="0"/>
              <a:t>4</a:t>
            </a:fld>
            <a:endParaRPr lang="en-IN"/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DBC51528-6A88-97A5-C7CB-F149AD38AE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9518" y="0"/>
            <a:ext cx="3742481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238D1BE-0354-0708-F118-DBBE2ADB1E3A}"/>
              </a:ext>
            </a:extLst>
          </p:cNvPr>
          <p:cNvSpPr txBox="1"/>
          <p:nvPr/>
        </p:nvSpPr>
        <p:spPr>
          <a:xfrm>
            <a:off x="11582400" y="6317225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9474820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4E4BC-E51C-01E1-CD9D-5AD8F8B36F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19485" y="451513"/>
            <a:ext cx="5860025" cy="1465777"/>
          </a:xfrm>
        </p:spPr>
        <p:txBody>
          <a:bodyPr/>
          <a:lstStyle/>
          <a:p>
            <a:r>
              <a:rPr lang="en-IN" sz="4000" b="0" i="0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fkGrotesk"/>
              </a:rPr>
              <a:t>Results – Pricing Analysis</a:t>
            </a:r>
            <a:br>
              <a:rPr lang="en-IN" b="0" i="0" dirty="0">
                <a:effectLst/>
                <a:latin typeface="fkGrotesk"/>
              </a:rPr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98F529-8BEC-9601-D6C1-24D943844E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17574" y="1199535"/>
            <a:ext cx="5673213" cy="5083278"/>
          </a:xfrm>
        </p:spPr>
        <p:txBody>
          <a:bodyPr/>
          <a:lstStyle/>
          <a:p>
            <a:pPr algn="l">
              <a:buNone/>
            </a:pPr>
            <a:r>
              <a:rPr lang="en-US" b="0" i="0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fkGroteskNeue"/>
              </a:rPr>
              <a:t>Key Findings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 13.1% Price Premium on Lenses:</a:t>
            </a:r>
            <a:br>
              <a:rPr lang="en-US" b="0" i="0" dirty="0">
                <a:effectLst/>
                <a:latin typeface="fkGroteskNeue"/>
              </a:rPr>
            </a:br>
            <a:r>
              <a:rPr lang="en-US" sz="1400" b="0" i="0" dirty="0">
                <a:effectLst/>
                <a:latin typeface="fkGroteskNeue"/>
              </a:rPr>
              <a:t>City Optics charges ₹425 for lenses, which is 13.1%  higher than the local competitor average of ₹375.67.</a:t>
            </a:r>
            <a:br>
              <a:rPr lang="en-US" b="0" i="0" dirty="0">
                <a:effectLst/>
                <a:latin typeface="fkGroteskNeue"/>
              </a:rPr>
            </a:br>
            <a:r>
              <a:rPr lang="en-US" b="0" i="0" dirty="0">
                <a:effectLst/>
                <a:latin typeface="fkGroteskNeue"/>
              </a:rPr>
              <a:t>For frames, </a:t>
            </a:r>
            <a:r>
              <a:rPr lang="en-US" sz="1400" b="0" i="0" dirty="0">
                <a:effectLst/>
                <a:latin typeface="fkGroteskNeue"/>
              </a:rPr>
              <a:t>pricing is nearly identical (₹750 at City Optics     vs ₹748.33 at competitors), indicating minimal difference  and competitive positioning in this category.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fkGroteskNeue"/>
              </a:rPr>
              <a:t> Interpretation:</a:t>
            </a:r>
          </a:p>
          <a:p>
            <a:pPr algn="l"/>
            <a:r>
              <a:rPr lang="en-US" sz="1400" b="0" i="0" dirty="0">
                <a:effectLst/>
                <a:latin typeface="fkGroteskNeue"/>
              </a:rPr>
              <a:t>The lens price premium places City Optics at a disadvantage in a price-sensitive market, likely contributing to customer attrition.</a:t>
            </a:r>
          </a:p>
          <a:p>
            <a:pPr algn="l"/>
            <a:r>
              <a:rPr lang="en-US" sz="1400" b="0" i="0" dirty="0">
                <a:effectLst/>
                <a:latin typeface="fkGroteskNeue"/>
              </a:rPr>
              <a:t>Bundling opportunities exist, as 87% of frame buyers also purchase lenses, making bundled discounts a strategic option.</a:t>
            </a:r>
          </a:p>
          <a:p>
            <a:pPr algn="l"/>
            <a:endParaRPr lang="en-US" sz="1400" b="0" i="0" dirty="0">
              <a:effectLst/>
              <a:latin typeface="fkGroteskNeue"/>
            </a:endParaRP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98D3B7-ED9D-107C-BF8F-06E3A7B05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E2DCA-0990-4D0A-8508-2032F71BE679}" type="slidenum">
              <a:rPr lang="en-IN" smtClean="0"/>
              <a:t>5</a:t>
            </a:fld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8B8C20F-3E79-03C9-57D5-8CF2B09153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439" y="924233"/>
            <a:ext cx="4316361" cy="4817806"/>
          </a:xfrm>
          <a:prstGeom prst="rect">
            <a:avLst/>
          </a:prstGeom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C24C6DCD-D88E-4556-13BC-3834A2662D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1699420"/>
              </p:ext>
            </p:extLst>
          </p:nvPr>
        </p:nvGraphicFramePr>
        <p:xfrm>
          <a:off x="5555226" y="5093109"/>
          <a:ext cx="5270092" cy="13151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7523">
                  <a:extLst>
                    <a:ext uri="{9D8B030D-6E8A-4147-A177-3AD203B41FA5}">
                      <a16:colId xmlns:a16="http://schemas.microsoft.com/office/drawing/2014/main" val="275717846"/>
                    </a:ext>
                  </a:extLst>
                </a:gridCol>
                <a:gridCol w="1317523">
                  <a:extLst>
                    <a:ext uri="{9D8B030D-6E8A-4147-A177-3AD203B41FA5}">
                      <a16:colId xmlns:a16="http://schemas.microsoft.com/office/drawing/2014/main" val="1446493268"/>
                    </a:ext>
                  </a:extLst>
                </a:gridCol>
                <a:gridCol w="1317523">
                  <a:extLst>
                    <a:ext uri="{9D8B030D-6E8A-4147-A177-3AD203B41FA5}">
                      <a16:colId xmlns:a16="http://schemas.microsoft.com/office/drawing/2014/main" val="1269812559"/>
                    </a:ext>
                  </a:extLst>
                </a:gridCol>
                <a:gridCol w="1317523">
                  <a:extLst>
                    <a:ext uri="{9D8B030D-6E8A-4147-A177-3AD203B41FA5}">
                      <a16:colId xmlns:a16="http://schemas.microsoft.com/office/drawing/2014/main" val="4064493116"/>
                    </a:ext>
                  </a:extLst>
                </a:gridCol>
              </a:tblGrid>
              <a:tr h="489262">
                <a:tc>
                  <a:txBody>
                    <a:bodyPr/>
                    <a:lstStyle/>
                    <a:p>
                      <a:pPr fontAlgn="t" latinLnBrk="0"/>
                      <a:r>
                        <a:rPr lang="en-IN" sz="1400" b="0" dirty="0">
                          <a:effectLst/>
                        </a:rPr>
                        <a:t>Product Category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fontAlgn="t" latinLnBrk="0"/>
                      <a:r>
                        <a:rPr lang="en-IN" sz="1400" b="0" dirty="0">
                          <a:effectLst/>
                        </a:rPr>
                        <a:t>City Optics Price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fontAlgn="t" latinLnBrk="0"/>
                      <a:r>
                        <a:rPr lang="en-IN" sz="1400" b="0" dirty="0">
                          <a:effectLst/>
                        </a:rPr>
                        <a:t>Competitor Avg. Price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fontAlgn="t" latinLnBrk="0"/>
                      <a:r>
                        <a:rPr lang="en-IN" sz="1400" b="0" dirty="0">
                          <a:effectLst/>
                        </a:rPr>
                        <a:t>Price Premium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4062639862"/>
                  </a:ext>
                </a:extLst>
              </a:tr>
              <a:tr h="383250">
                <a:tc>
                  <a:txBody>
                    <a:bodyPr/>
                    <a:lstStyle/>
                    <a:p>
                      <a:pPr fontAlgn="base" latinLnBrk="0"/>
                      <a:r>
                        <a:rPr lang="en-IN" sz="1400" dirty="0">
                          <a:effectLst/>
                        </a:rPr>
                        <a:t>Lenses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IN" sz="1400">
                          <a:effectLst/>
                        </a:rPr>
                        <a:t>₹425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IN" sz="1400">
                          <a:effectLst/>
                        </a:rPr>
                        <a:t>₹375.67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IN" sz="1400" dirty="0">
                          <a:effectLst/>
                        </a:rPr>
                        <a:t>+13.1%</a:t>
                      </a:r>
                    </a:p>
                  </a:txBody>
                  <a:tcPr marL="60960" marR="60960" anchor="ctr"/>
                </a:tc>
                <a:extLst>
                  <a:ext uri="{0D108BD9-81ED-4DB2-BD59-A6C34878D82A}">
                    <a16:rowId xmlns:a16="http://schemas.microsoft.com/office/drawing/2014/main" val="3301675290"/>
                  </a:ext>
                </a:extLst>
              </a:tr>
              <a:tr h="383250">
                <a:tc>
                  <a:txBody>
                    <a:bodyPr/>
                    <a:lstStyle/>
                    <a:p>
                      <a:pPr fontAlgn="base" latinLnBrk="0"/>
                      <a:r>
                        <a:rPr lang="en-IN" sz="1400" dirty="0">
                          <a:effectLst/>
                        </a:rPr>
                        <a:t>Frames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IN" sz="1400">
                          <a:effectLst/>
                        </a:rPr>
                        <a:t>₹750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IN" sz="1400">
                          <a:effectLst/>
                        </a:rPr>
                        <a:t>₹748.33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IN" sz="1400" dirty="0">
                          <a:effectLst/>
                        </a:rPr>
                        <a:t>+0.2%</a:t>
                      </a:r>
                    </a:p>
                  </a:txBody>
                  <a:tcPr marL="60960" marR="60960" anchor="ctr"/>
                </a:tc>
                <a:extLst>
                  <a:ext uri="{0D108BD9-81ED-4DB2-BD59-A6C34878D82A}">
                    <a16:rowId xmlns:a16="http://schemas.microsoft.com/office/drawing/2014/main" val="1822431361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B39E2B03-CAB1-0050-EF78-22A8D1FAEDDD}"/>
              </a:ext>
            </a:extLst>
          </p:cNvPr>
          <p:cNvSpPr txBox="1"/>
          <p:nvPr/>
        </p:nvSpPr>
        <p:spPr>
          <a:xfrm>
            <a:off x="11523406" y="6282813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6382980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259BC-74F1-5356-C69C-D884EA126A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93110" y="451513"/>
            <a:ext cx="6892413" cy="1096899"/>
          </a:xfrm>
        </p:spPr>
        <p:txBody>
          <a:bodyPr/>
          <a:lstStyle/>
          <a:p>
            <a:pPr algn="l"/>
            <a:r>
              <a:rPr lang="en-IN" sz="3600" b="0" i="0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fkGrotesk"/>
              </a:rPr>
              <a:t>Results – Appointment Analysis</a:t>
            </a:r>
            <a:br>
              <a:rPr lang="en-IN" sz="800" b="0" i="0" dirty="0">
                <a:effectLst/>
                <a:latin typeface="fkGrotesk"/>
              </a:rPr>
            </a:br>
            <a:br>
              <a:rPr lang="en-US" sz="1100" b="0" i="0" dirty="0">
                <a:effectLst/>
                <a:latin typeface="fkGroteskNeue"/>
              </a:rPr>
            </a:br>
            <a:endParaRPr lang="en-IN" sz="3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47B1C6-A723-DC41-53A4-5393C193F7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81601" y="875071"/>
            <a:ext cx="5869858" cy="4021394"/>
          </a:xfrm>
        </p:spPr>
        <p:txBody>
          <a:bodyPr>
            <a:normAutofit fontScale="92500" lnSpcReduction="20000"/>
          </a:bodyPr>
          <a:lstStyle/>
          <a:p>
            <a:pPr algn="l">
              <a:buNone/>
            </a:pPr>
            <a:r>
              <a:rPr lang="en-US" b="0" i="0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fkGroteskNeue"/>
              </a:rPr>
              <a:t>Cancellation Breakdown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effectLst/>
                <a:latin typeface="fkGroteskNeue"/>
              </a:rPr>
              <a:t>75.5% of appointments were kept (no cancellation)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effectLst/>
                <a:latin typeface="fkGroteskNeue"/>
              </a:rPr>
              <a:t>23.5% cancelled due to crowding/overcrowding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effectLst/>
                <a:latin typeface="fkGroteskNeue"/>
              </a:rPr>
              <a:t>1% cancelled to go elsewhere</a:t>
            </a:r>
          </a:p>
          <a:p>
            <a:pPr algn="l">
              <a:buNone/>
            </a:pPr>
            <a:r>
              <a:rPr lang="en-US" b="0" i="0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fkGroteskNeue"/>
              </a:rPr>
              <a:t>Peak Cancellation Times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effectLst/>
                <a:latin typeface="fkGroteskNeue"/>
              </a:rPr>
              <a:t>Highest cancellation rate: 5:00–6:00 PM on weekdays (32% cancellation rate)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effectLst/>
                <a:latin typeface="fkGroteskNeue"/>
              </a:rPr>
              <a:t>Lowest cancellation rates: Weekend mornings (as low as 8%)</a:t>
            </a:r>
          </a:p>
          <a:p>
            <a:pPr algn="l">
              <a:buNone/>
            </a:pPr>
            <a:r>
              <a:rPr lang="en-US" b="0" i="0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fkGroteskNeue"/>
              </a:rPr>
              <a:t>Key Insights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effectLst/>
                <a:latin typeface="fkGroteskNeue"/>
              </a:rPr>
              <a:t>Overcrowding and long wait times are the main causes of cancellations, not competition.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effectLst/>
                <a:latin typeface="fkGroteskNeue"/>
              </a:rPr>
              <a:t>Peak-hour congestion (especially weekday evenings) is the critical period for intervention.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effectLst/>
                <a:latin typeface="fkGroteskNeue"/>
              </a:rPr>
              <a:t>Reducing wait times and redistributing appointment slots can significantly improve patient retention and clinic efficiency.</a:t>
            </a:r>
          </a:p>
          <a:p>
            <a:pPr algn="l"/>
            <a:endParaRPr lang="en-US" sz="1400" b="0" i="0" dirty="0">
              <a:effectLst/>
              <a:latin typeface="fkGroteskNeue"/>
            </a:endParaRPr>
          </a:p>
          <a:p>
            <a:pPr algn="l"/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051A22-BEBA-AC2A-D494-75A33FBC1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E2DCA-0990-4D0A-8508-2032F71BE679}" type="slidenum">
              <a:rPr lang="en-IN" smtClean="0"/>
              <a:t>6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554A6D-2B7E-5F28-3937-BB036814B1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781" y="2988865"/>
            <a:ext cx="4233741" cy="3220834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EBDB8CE-4DCC-4A0D-8968-377AF0847C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5821159"/>
              </p:ext>
            </p:extLst>
          </p:nvPr>
        </p:nvGraphicFramePr>
        <p:xfrm>
          <a:off x="481781" y="599767"/>
          <a:ext cx="4041058" cy="180476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57626">
                  <a:extLst>
                    <a:ext uri="{9D8B030D-6E8A-4147-A177-3AD203B41FA5}">
                      <a16:colId xmlns:a16="http://schemas.microsoft.com/office/drawing/2014/main" val="2581273823"/>
                    </a:ext>
                  </a:extLst>
                </a:gridCol>
                <a:gridCol w="1177316">
                  <a:extLst>
                    <a:ext uri="{9D8B030D-6E8A-4147-A177-3AD203B41FA5}">
                      <a16:colId xmlns:a16="http://schemas.microsoft.com/office/drawing/2014/main" val="1897832686"/>
                    </a:ext>
                  </a:extLst>
                </a:gridCol>
                <a:gridCol w="1506116">
                  <a:extLst>
                    <a:ext uri="{9D8B030D-6E8A-4147-A177-3AD203B41FA5}">
                      <a16:colId xmlns:a16="http://schemas.microsoft.com/office/drawing/2014/main" val="1711721080"/>
                    </a:ext>
                  </a:extLst>
                </a:gridCol>
              </a:tblGrid>
              <a:tr h="386736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Cancelled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Cancellation Reason 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Count of Cancellation Reason 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40096586"/>
                  </a:ext>
                </a:extLst>
              </a:tr>
              <a:tr h="206259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No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None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231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996471738"/>
                  </a:ext>
                </a:extLst>
              </a:tr>
              <a:tr h="206259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No Total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231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359461061"/>
                  </a:ext>
                </a:extLst>
              </a:tr>
              <a:tr h="206259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Yes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Due to crowd 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72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827661697"/>
                  </a:ext>
                </a:extLst>
              </a:tr>
              <a:tr h="386736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Yes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 dirty="0">
                          <a:effectLst/>
                        </a:rPr>
                        <a:t>Going somewhere else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650582985"/>
                  </a:ext>
                </a:extLst>
              </a:tr>
              <a:tr h="206259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Yes Total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75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15291485"/>
                  </a:ext>
                </a:extLst>
              </a:tr>
              <a:tr h="206259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Grand Total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 dirty="0">
                          <a:effectLst/>
                        </a:rPr>
                        <a:t>306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344620788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742DA70-082B-CB9A-3A0D-0F7CEFF26B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1507726"/>
              </p:ext>
            </p:extLst>
          </p:nvPr>
        </p:nvGraphicFramePr>
        <p:xfrm>
          <a:off x="5181602" y="5004619"/>
          <a:ext cx="6223818" cy="15633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4606">
                  <a:extLst>
                    <a:ext uri="{9D8B030D-6E8A-4147-A177-3AD203B41FA5}">
                      <a16:colId xmlns:a16="http://schemas.microsoft.com/office/drawing/2014/main" val="3672795741"/>
                    </a:ext>
                  </a:extLst>
                </a:gridCol>
                <a:gridCol w="2074606">
                  <a:extLst>
                    <a:ext uri="{9D8B030D-6E8A-4147-A177-3AD203B41FA5}">
                      <a16:colId xmlns:a16="http://schemas.microsoft.com/office/drawing/2014/main" val="4103007677"/>
                    </a:ext>
                  </a:extLst>
                </a:gridCol>
                <a:gridCol w="2074606">
                  <a:extLst>
                    <a:ext uri="{9D8B030D-6E8A-4147-A177-3AD203B41FA5}">
                      <a16:colId xmlns:a16="http://schemas.microsoft.com/office/drawing/2014/main" val="22015484"/>
                    </a:ext>
                  </a:extLst>
                </a:gridCol>
              </a:tblGrid>
              <a:tr h="312666"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Cancelled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Reason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Count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5978859"/>
                  </a:ext>
                </a:extLst>
              </a:tr>
              <a:tr h="312666"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231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4377442"/>
                  </a:ext>
                </a:extLst>
              </a:tr>
              <a:tr h="312666">
                <a:tc>
                  <a:txBody>
                    <a:bodyPr/>
                    <a:lstStyle/>
                    <a:p>
                      <a:r>
                        <a:rPr lang="en-IN" sz="14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Due to crowd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72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1337120"/>
                  </a:ext>
                </a:extLst>
              </a:tr>
              <a:tr h="312666">
                <a:tc>
                  <a:txBody>
                    <a:bodyPr/>
                    <a:lstStyle/>
                    <a:p>
                      <a:r>
                        <a:rPr lang="en-IN" sz="14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Going somewhere else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1941564"/>
                  </a:ext>
                </a:extLst>
              </a:tr>
              <a:tr h="312666">
                <a:tc>
                  <a:txBody>
                    <a:bodyPr/>
                    <a:lstStyle/>
                    <a:p>
                      <a:r>
                        <a:rPr lang="en-IN" sz="1400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306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6445276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C75EF1E3-6C2A-5A3B-0AC4-4FE067B2A654}"/>
              </a:ext>
            </a:extLst>
          </p:cNvPr>
          <p:cNvSpPr txBox="1"/>
          <p:nvPr/>
        </p:nvSpPr>
        <p:spPr>
          <a:xfrm>
            <a:off x="11690554" y="6306771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5906118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11DE2-46F7-0F8B-BF81-8A7151AA83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93109" y="451513"/>
            <a:ext cx="5591824" cy="1258755"/>
          </a:xfrm>
        </p:spPr>
        <p:txBody>
          <a:bodyPr/>
          <a:lstStyle/>
          <a:p>
            <a:pPr algn="l"/>
            <a:r>
              <a:rPr lang="en-IN" sz="3600" b="0" i="0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fkGrotesk"/>
              </a:rPr>
              <a:t>Results – Inventory Analysis</a:t>
            </a:r>
            <a:br>
              <a:rPr lang="en-IN" b="0" i="0" dirty="0">
                <a:effectLst/>
                <a:latin typeface="fkGrotesk"/>
              </a:rPr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28524E-8C4B-33C1-D3DB-518FB5D5F8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93108" y="963561"/>
            <a:ext cx="6400802" cy="5742040"/>
          </a:xfrm>
        </p:spPr>
        <p:txBody>
          <a:bodyPr>
            <a:normAutofit fontScale="92500" lnSpcReduction="20000"/>
          </a:bodyPr>
          <a:lstStyle/>
          <a:p>
            <a:pPr algn="l">
              <a:buNone/>
            </a:pPr>
            <a:r>
              <a:rPr lang="en-US" b="0" i="0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fkGroteskNeue"/>
              </a:rPr>
              <a:t>Inventory Value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 </a:t>
            </a:r>
            <a:r>
              <a:rPr lang="en-US" sz="1400" b="0" i="0" dirty="0">
                <a:effectLst/>
                <a:latin typeface="fkGroteskNeue"/>
              </a:rPr>
              <a:t>₹350,379 total inventory investment is currently tied up in stock at City Optics and Eye Care Centre.</a:t>
            </a:r>
          </a:p>
          <a:p>
            <a:pPr algn="l">
              <a:buNone/>
            </a:pPr>
            <a:r>
              <a:rPr lang="en-US" b="0" i="0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fkGroteskNeue"/>
              </a:rPr>
              <a:t>Stock Issues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effectLst/>
                <a:latin typeface="fkGroteskNeue"/>
              </a:rPr>
              <a:t> Significant overstocking in: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400" b="0" i="0" dirty="0">
                <a:effectLst/>
                <a:latin typeface="fkGroteskNeue"/>
              </a:rPr>
              <a:t>Sheet frames: 400 units in stock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400" b="0" i="0" dirty="0">
                <a:effectLst/>
                <a:latin typeface="fkGroteskNeue"/>
              </a:rPr>
              <a:t>Glass lenses: 500 units in stock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effectLst/>
                <a:latin typeface="fkGroteskNeue"/>
              </a:rPr>
              <a:t> These slow-moving categories are tying up working capital and increasing the risk of product obsolescence.</a:t>
            </a:r>
          </a:p>
          <a:p>
            <a:pPr algn="l">
              <a:buNone/>
            </a:pPr>
            <a:r>
              <a:rPr lang="en-US" sz="1700" b="0" i="0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fkGroteskNeue"/>
              </a:rPr>
              <a:t>Key Insights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effectLst/>
                <a:latin typeface="fkGroteskNeue"/>
              </a:rPr>
              <a:t>Over 43% of inventory capital is locked in slow-moving stock, limiting the clinic’s ability to invest in high-demand products or new offerings</a:t>
            </a:r>
            <a:r>
              <a:rPr lang="en-US" sz="1400" b="0" i="0" dirty="0">
                <a:effectLst/>
                <a:latin typeface="berkeleyMono"/>
              </a:rPr>
              <a:t>1</a:t>
            </a:r>
            <a:r>
              <a:rPr lang="en-US" sz="1400" b="0" i="0" dirty="0">
                <a:effectLst/>
                <a:latin typeface="fkGroteskNeue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effectLst/>
                <a:latin typeface="fkGroteskNeue"/>
              </a:rPr>
              <a:t>Overstocking in sheet frames and glass lenses is the most acute, with turnover rates indicating it would take over three months to clear current stock at existing sales rates.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effectLst/>
                <a:latin typeface="fkGroteskNeue"/>
              </a:rPr>
              <a:t>Metallic frames, while performing better, still fall short of optimal turnover, suggesting a need for more dynamic inventory management.</a:t>
            </a:r>
          </a:p>
          <a:p>
            <a:pPr algn="l">
              <a:buNone/>
            </a:pPr>
            <a:r>
              <a:rPr lang="en-US" sz="1700" b="0" i="0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fkGroteskNeue"/>
              </a:rPr>
              <a:t>Actionable Takeaway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effectLst/>
                <a:latin typeface="fkGroteskNeue"/>
              </a:rPr>
              <a:t>Immediate reduction of order quantities for slow-moving categories and implementation of a Just-in-Time (JIT) inventory system are recommended to free up capital and reduce holding costs</a:t>
            </a:r>
            <a:r>
              <a:rPr lang="en-US" sz="1400" b="0" i="0" dirty="0">
                <a:effectLst/>
                <a:latin typeface="berkeleyMono"/>
              </a:rPr>
              <a:t>123</a:t>
            </a:r>
            <a:r>
              <a:rPr lang="en-US" sz="1400" b="0" i="0" dirty="0">
                <a:effectLst/>
                <a:latin typeface="fkGroteskNeue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effectLst/>
                <a:latin typeface="fkGroteskNeue"/>
              </a:rPr>
              <a:t>Regular monitoring and adjustment of inventory based on real-time sales data will help prevent future overstocking and improve overall operational efficiency.</a:t>
            </a:r>
          </a:p>
          <a:p>
            <a:pPr algn="l"/>
            <a:endParaRPr lang="en-US" sz="1400" b="0" i="0" dirty="0">
              <a:effectLst/>
              <a:latin typeface="fkGroteskNeue"/>
            </a:endParaRPr>
          </a:p>
          <a:p>
            <a:pPr algn="l"/>
            <a:endParaRPr lang="en-US" sz="1400" b="0" i="0" dirty="0">
              <a:effectLst/>
              <a:latin typeface="fkGroteskNeue"/>
            </a:endParaRPr>
          </a:p>
          <a:p>
            <a:pPr algn="l"/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A595FA-E3DB-D780-270F-3524EF1CF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E2DCA-0990-4D0A-8508-2032F71BE679}" type="slidenum">
              <a:rPr lang="en-IN" smtClean="0"/>
              <a:t>7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F1E6D6-A9F6-1868-B7CA-3387605AC9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507" y="2969343"/>
            <a:ext cx="3687097" cy="3549446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883552F-2CA8-05EF-7AFC-9C6629CAB9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2846541"/>
              </p:ext>
            </p:extLst>
          </p:nvPr>
        </p:nvGraphicFramePr>
        <p:xfrm>
          <a:off x="341261" y="265472"/>
          <a:ext cx="4552471" cy="266599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95112">
                  <a:extLst>
                    <a:ext uri="{9D8B030D-6E8A-4147-A177-3AD203B41FA5}">
                      <a16:colId xmlns:a16="http://schemas.microsoft.com/office/drawing/2014/main" val="1741058313"/>
                    </a:ext>
                  </a:extLst>
                </a:gridCol>
                <a:gridCol w="503499">
                  <a:extLst>
                    <a:ext uri="{9D8B030D-6E8A-4147-A177-3AD203B41FA5}">
                      <a16:colId xmlns:a16="http://schemas.microsoft.com/office/drawing/2014/main" val="1744927732"/>
                    </a:ext>
                  </a:extLst>
                </a:gridCol>
                <a:gridCol w="839165">
                  <a:extLst>
                    <a:ext uri="{9D8B030D-6E8A-4147-A177-3AD203B41FA5}">
                      <a16:colId xmlns:a16="http://schemas.microsoft.com/office/drawing/2014/main" val="2666478792"/>
                    </a:ext>
                  </a:extLst>
                </a:gridCol>
                <a:gridCol w="608395">
                  <a:extLst>
                    <a:ext uri="{9D8B030D-6E8A-4147-A177-3AD203B41FA5}">
                      <a16:colId xmlns:a16="http://schemas.microsoft.com/office/drawing/2014/main" val="3895462975"/>
                    </a:ext>
                  </a:extLst>
                </a:gridCol>
                <a:gridCol w="618884">
                  <a:extLst>
                    <a:ext uri="{9D8B030D-6E8A-4147-A177-3AD203B41FA5}">
                      <a16:colId xmlns:a16="http://schemas.microsoft.com/office/drawing/2014/main" val="971313033"/>
                    </a:ext>
                  </a:extLst>
                </a:gridCol>
                <a:gridCol w="587416">
                  <a:extLst>
                    <a:ext uri="{9D8B030D-6E8A-4147-A177-3AD203B41FA5}">
                      <a16:colId xmlns:a16="http://schemas.microsoft.com/office/drawing/2014/main" val="3731126479"/>
                    </a:ext>
                  </a:extLst>
                </a:gridCol>
              </a:tblGrid>
              <a:tr h="213618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Product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Quantity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Purchase Rate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Total Cost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Discount %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Amount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935469430"/>
                  </a:ext>
                </a:extLst>
              </a:tr>
              <a:tr h="213618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Metallic (Frames)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70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700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49000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10.71%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43752.1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33412676"/>
                  </a:ext>
                </a:extLst>
              </a:tr>
              <a:tr h="213618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Sheet (Frames)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400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400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160000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15.20%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135680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96488313"/>
                  </a:ext>
                </a:extLst>
              </a:tr>
              <a:tr h="213618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Carbon (Frames)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20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1400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28000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7.60%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25872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419922829"/>
                  </a:ext>
                </a:extLst>
              </a:tr>
              <a:tr h="213618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Polymide (Frames)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40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500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20000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10%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18000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05597666"/>
                  </a:ext>
                </a:extLst>
              </a:tr>
              <a:tr h="213618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Glass (Lenses)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500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150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75000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17.33%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62002.5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28237875"/>
                  </a:ext>
                </a:extLst>
              </a:tr>
              <a:tr h="213618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Fibre C-39 (Lenses)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100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400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40000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12.40%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35040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086566122"/>
                  </a:ext>
                </a:extLst>
              </a:tr>
              <a:tr h="213618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Blue cut (Lenses)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20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600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12000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8.64%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10963.2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364140751"/>
                  </a:ext>
                </a:extLst>
              </a:tr>
              <a:tr h="400535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Anti Glayor Cotting (Lenses)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10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700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7000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7.90%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6447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849079578"/>
                  </a:ext>
                </a:extLst>
              </a:tr>
              <a:tr h="213618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Eye Drops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500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30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15000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15.85%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12622.5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42244275"/>
                  </a:ext>
                </a:extLst>
              </a:tr>
              <a:tr h="213618"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 dirty="0">
                          <a:effectLst/>
                        </a:rPr>
                        <a:t>350379.3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54016434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F201706-CB7C-D7DF-3D7B-508B503DE4C6}"/>
              </a:ext>
            </a:extLst>
          </p:cNvPr>
          <p:cNvSpPr txBox="1"/>
          <p:nvPr/>
        </p:nvSpPr>
        <p:spPr>
          <a:xfrm>
            <a:off x="11493910" y="6223924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6436911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65381-08DA-3F94-1185-5FC632DCF8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0774" y="117988"/>
            <a:ext cx="10038735" cy="1818968"/>
          </a:xfrm>
        </p:spPr>
        <p:txBody>
          <a:bodyPr/>
          <a:lstStyle/>
          <a:p>
            <a:pPr algn="l"/>
            <a:r>
              <a:rPr lang="en-IN" b="0" i="0" dirty="0">
                <a:effectLst/>
                <a:latin typeface="fkGrotesk"/>
              </a:rPr>
              <a:t> </a:t>
            </a:r>
            <a:r>
              <a:rPr lang="en-IN" sz="3600" b="0" i="0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fkGrotesk"/>
              </a:rPr>
              <a:t>Recommendations – Pricing &amp; Appointments</a:t>
            </a:r>
            <a:br>
              <a:rPr lang="en-IN" b="0" i="0" dirty="0">
                <a:effectLst/>
                <a:latin typeface="fkGrotesk"/>
              </a:rPr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6F90FE-11CD-CD60-4971-A025E10059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8977" y="1236406"/>
            <a:ext cx="7083596" cy="5147958"/>
          </a:xfrm>
        </p:spPr>
        <p:txBody>
          <a:bodyPr>
            <a:normAutofit fontScale="77500" lnSpcReduction="20000"/>
          </a:bodyPr>
          <a:lstStyle/>
          <a:p>
            <a:pPr algn="l">
              <a:buNone/>
            </a:pPr>
            <a:r>
              <a:rPr lang="en-US" sz="2100" b="0" i="0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fkGrotesk"/>
              </a:rPr>
              <a:t>Dynamic Pricing Strategy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Reduce lens prices by 8–10%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Close the competitive gap and attract more price-sensitive customers.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Implement three-tier bundling (12–18% discounts)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Offer bundled packages (e.g., Economy, Standard, Premium) combining frames, lenses, and coatings to increase average order value.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Create a seasonal promotion calendar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Plan targeted offers during festivals and health awareness weeks to boost periodic sales.</a:t>
            </a:r>
          </a:p>
          <a:p>
            <a:pPr algn="l">
              <a:buNone/>
            </a:pPr>
            <a:r>
              <a:rPr lang="en-US" sz="2100" b="0" i="0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fkGrotesk"/>
              </a:rPr>
              <a:t>Appointment Optimization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Restructure time slots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Allocate more staff and appointment slots during peak hours (especially 5:00–6:00 PM) to reduce crowding and cancellations.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Implement SMS reminder system with wait time updates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Send automated reminders and real-time updates to patients, reducing no-shows and improving satisfaction.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Deploy queue management system with visual displays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Use digital displays in the clinic to show live queue status and estimated wait times, enhancing transparency and patient experience.</a:t>
            </a:r>
          </a:p>
          <a:p>
            <a:pPr>
              <a:buNone/>
            </a:pPr>
            <a:br>
              <a:rPr lang="en-US" dirty="0"/>
            </a:b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69C5DE-0DD8-D2B8-3310-041262BC8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E2DCA-0990-4D0A-8508-2032F71BE679}" type="slidenum">
              <a:rPr lang="en-IN" smtClean="0"/>
              <a:t>8</a:t>
            </a:fld>
            <a:endParaRPr lang="en-IN"/>
          </a:p>
        </p:txBody>
      </p:sp>
      <p:pic>
        <p:nvPicPr>
          <p:cNvPr id="7170" name="Picture 2" descr="9,900+ Eye Doctor Tools Stock Photos, Pictures &amp; Royalty-Free Images -  iStock | Eye chart, Opthalmoscope, Glasses lens cloth">
            <a:extLst>
              <a:ext uri="{FF2B5EF4-FFF2-40B4-BE49-F238E27FC236}">
                <a16:creationId xmlns:a16="http://schemas.microsoft.com/office/drawing/2014/main" id="{1E511544-47D2-75C7-1D52-8FBD7D8B5A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2574" y="1236406"/>
            <a:ext cx="3414524" cy="5046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8D46DBB-327F-80C1-94AD-54AADB973611}"/>
              </a:ext>
            </a:extLst>
          </p:cNvPr>
          <p:cNvSpPr txBox="1"/>
          <p:nvPr/>
        </p:nvSpPr>
        <p:spPr>
          <a:xfrm>
            <a:off x="11547987" y="6199698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3532456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>
            <a:extLst>
              <a:ext uri="{FF2B5EF4-FFF2-40B4-BE49-F238E27FC236}">
                <a16:creationId xmlns:a16="http://schemas.microsoft.com/office/drawing/2014/main" id="{39DA9C92-328F-CC75-04BF-8576530D5EA7}"/>
              </a:ext>
            </a:extLst>
          </p:cNvPr>
          <p:cNvSpPr/>
          <p:nvPr/>
        </p:nvSpPr>
        <p:spPr>
          <a:xfrm>
            <a:off x="7629832" y="2487561"/>
            <a:ext cx="3864077" cy="4070555"/>
          </a:xfrm>
          <a:prstGeom prst="ellipse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38B2AF-2785-EAB3-0471-8A29456189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1948" y="206477"/>
            <a:ext cx="10618839" cy="1691149"/>
          </a:xfrm>
        </p:spPr>
        <p:txBody>
          <a:bodyPr/>
          <a:lstStyle/>
          <a:p>
            <a:pPr algn="l"/>
            <a:r>
              <a:rPr lang="en-IN" sz="3600" b="0" i="0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fkGrotesk"/>
              </a:rPr>
              <a:t>Recommendations – Inventory &amp; Implementation Plan</a:t>
            </a:r>
            <a:br>
              <a:rPr lang="en-IN" b="0" i="0" dirty="0">
                <a:effectLst/>
                <a:latin typeface="fkGrotesk"/>
              </a:rPr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25543B-EDC1-2426-F206-0171299915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8091" y="1327355"/>
            <a:ext cx="6518787" cy="5079132"/>
          </a:xfrm>
        </p:spPr>
        <p:txBody>
          <a:bodyPr>
            <a:normAutofit/>
          </a:bodyPr>
          <a:lstStyle/>
          <a:p>
            <a:pPr algn="l">
              <a:buNone/>
            </a:pPr>
            <a:r>
              <a:rPr lang="en-US" b="0" i="0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fkGrotesk"/>
              </a:rPr>
              <a:t>Just-In-Time (JIT) Inventory System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Product-specific stocking policies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Prioritize high-turnover items (e.g., metallic frames: 0.37x/month) and reduce orders for slow-moving stock (sheet frames: 0.28x/month).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Digital inventory tracking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Implement barcode scanning for real-time stock updates and automated reorder alerts.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Predictive ordering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Use historical sales data and seasonal trends (e.g., higher lens sales during monsoon) to optimize stock levels.</a:t>
            </a:r>
          </a:p>
          <a:p>
            <a:pPr lvl="1" algn="l"/>
            <a:endParaRPr lang="en-US" dirty="0">
              <a:latin typeface="fkGroteskNeue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endParaRPr lang="en-US" b="0" i="0" dirty="0">
              <a:effectLst/>
              <a:latin typeface="fkGroteskNeue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47AE1E-BEA4-F034-2A06-46AA21CAD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E2DCA-0990-4D0A-8508-2032F71BE679}" type="slidenum">
              <a:rPr lang="en-IN" smtClean="0"/>
              <a:t>9</a:t>
            </a:fld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3274896-DF99-7FDA-64AF-33112E36B0A2}"/>
              </a:ext>
            </a:extLst>
          </p:cNvPr>
          <p:cNvSpPr txBox="1"/>
          <p:nvPr/>
        </p:nvSpPr>
        <p:spPr>
          <a:xfrm>
            <a:off x="11449663" y="6221821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5291044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7088C-9F3B-7010-FC4C-7FF154E091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4615" y="290325"/>
            <a:ext cx="7766936" cy="1444797"/>
          </a:xfrm>
        </p:spPr>
        <p:txBody>
          <a:bodyPr/>
          <a:lstStyle/>
          <a:p>
            <a:pPr algn="l"/>
            <a:r>
              <a:rPr lang="en-IN" sz="3600" b="0" i="0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fkGrotesk"/>
              </a:rPr>
              <a:t>Projected Outcomes &amp; Conclusion</a:t>
            </a:r>
            <a:br>
              <a:rPr lang="en-IN" b="0" i="0" dirty="0">
                <a:effectLst/>
                <a:latin typeface="fkGrotesk"/>
              </a:rPr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00E2B4-8054-B183-E965-5F9BE2CD72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4615" y="1012724"/>
            <a:ext cx="8209388" cy="1444798"/>
          </a:xfrm>
        </p:spPr>
        <p:txBody>
          <a:bodyPr>
            <a:normAutofit/>
          </a:bodyPr>
          <a:lstStyle/>
          <a:p>
            <a:pPr algn="l">
              <a:buNone/>
            </a:pPr>
            <a:r>
              <a:rPr lang="en-US" b="0" i="0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fkGrotesk"/>
              </a:rPr>
              <a:t>Expected Improvements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500" b="0" i="0" dirty="0">
                <a:effectLst/>
                <a:latin typeface="fkGroteskNeue"/>
              </a:rPr>
              <a:t> 20–25% reduction in appointment cancellations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500" b="0" i="0" dirty="0">
                <a:effectLst/>
                <a:latin typeface="fkGroteskNeue"/>
              </a:rPr>
              <a:t> ₹75,000 decrease in capital tied up in inventory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500" b="0" i="0" dirty="0">
                <a:effectLst/>
                <a:latin typeface="fkGroteskNeue"/>
              </a:rPr>
              <a:t> 15–20% increase in lens sales volume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ADA3A1-2868-7403-B046-F285C6D80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E2DCA-0990-4D0A-8508-2032F71BE679}" type="slidenum">
              <a:rPr lang="en-IN" smtClean="0"/>
              <a:t>10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C9D71F-601A-D328-5287-59D80F7477CF}"/>
              </a:ext>
            </a:extLst>
          </p:cNvPr>
          <p:cNvSpPr txBox="1"/>
          <p:nvPr/>
        </p:nvSpPr>
        <p:spPr>
          <a:xfrm>
            <a:off x="1064615" y="2457521"/>
            <a:ext cx="40705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0" i="0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fkGrotesk"/>
              </a:rPr>
              <a:t>Performance Metrics (Targets)</a:t>
            </a:r>
          </a:p>
          <a:p>
            <a:endParaRPr lang="en-IN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3C96412-8D2E-7058-85DF-4C29129732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3254878"/>
              </p:ext>
            </p:extLst>
          </p:nvPr>
        </p:nvGraphicFramePr>
        <p:xfrm>
          <a:off x="1255251" y="2869324"/>
          <a:ext cx="7121832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944">
                  <a:extLst>
                    <a:ext uri="{9D8B030D-6E8A-4147-A177-3AD203B41FA5}">
                      <a16:colId xmlns:a16="http://schemas.microsoft.com/office/drawing/2014/main" val="516019154"/>
                    </a:ext>
                  </a:extLst>
                </a:gridCol>
                <a:gridCol w="2373944">
                  <a:extLst>
                    <a:ext uri="{9D8B030D-6E8A-4147-A177-3AD203B41FA5}">
                      <a16:colId xmlns:a16="http://schemas.microsoft.com/office/drawing/2014/main" val="300287479"/>
                    </a:ext>
                  </a:extLst>
                </a:gridCol>
                <a:gridCol w="2373944">
                  <a:extLst>
                    <a:ext uri="{9D8B030D-6E8A-4147-A177-3AD203B41FA5}">
                      <a16:colId xmlns:a16="http://schemas.microsoft.com/office/drawing/2014/main" val="2292385171"/>
                    </a:ext>
                  </a:extLst>
                </a:gridCol>
              </a:tblGrid>
              <a:tr h="260979">
                <a:tc>
                  <a:txBody>
                    <a:bodyPr/>
                    <a:lstStyle/>
                    <a:p>
                      <a:pPr fontAlgn="t" latinLnBrk="0"/>
                      <a:r>
                        <a:rPr lang="en-IN" sz="1200" b="0" dirty="0">
                          <a:effectLst/>
                        </a:rPr>
                        <a:t>Metric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fontAlgn="t" latinLnBrk="0"/>
                      <a:r>
                        <a:rPr lang="en-IN" sz="1200" b="0">
                          <a:effectLst/>
                        </a:rPr>
                        <a:t>Current Value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fontAlgn="t" latinLnBrk="0"/>
                      <a:r>
                        <a:rPr lang="en-IN" sz="1200" b="0">
                          <a:effectLst/>
                        </a:rPr>
                        <a:t>Target Value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1471985856"/>
                  </a:ext>
                </a:extLst>
              </a:tr>
              <a:tr h="260979">
                <a:tc>
                  <a:txBody>
                    <a:bodyPr/>
                    <a:lstStyle/>
                    <a:p>
                      <a:pPr fontAlgn="base" latinLnBrk="0"/>
                      <a:r>
                        <a:rPr lang="en-IN" sz="1200">
                          <a:effectLst/>
                        </a:rPr>
                        <a:t>Cancellation Rate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IN" sz="1200">
                          <a:effectLst/>
                        </a:rPr>
                        <a:t>24.5%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IN" sz="1200" b="0">
                          <a:effectLst/>
                        </a:rPr>
                        <a:t>&lt; 15%</a:t>
                      </a:r>
                      <a:endParaRPr lang="en-IN" sz="1200">
                        <a:effectLst/>
                      </a:endParaRPr>
                    </a:p>
                  </a:txBody>
                  <a:tcPr marL="60960" marR="60960" anchor="ctr"/>
                </a:tc>
                <a:extLst>
                  <a:ext uri="{0D108BD9-81ED-4DB2-BD59-A6C34878D82A}">
                    <a16:rowId xmlns:a16="http://schemas.microsoft.com/office/drawing/2014/main" val="2405369210"/>
                  </a:ext>
                </a:extLst>
              </a:tr>
              <a:tr h="260979">
                <a:tc>
                  <a:txBody>
                    <a:bodyPr/>
                    <a:lstStyle/>
                    <a:p>
                      <a:pPr fontAlgn="base" latinLnBrk="0"/>
                      <a:r>
                        <a:rPr lang="en-IN" sz="1200">
                          <a:effectLst/>
                        </a:rPr>
                        <a:t>Inventory Turnover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IN" sz="1200">
                          <a:effectLst/>
                        </a:rPr>
                        <a:t>0.21–0.37x/month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IN" sz="1200" b="0">
                          <a:effectLst/>
                        </a:rPr>
                        <a:t>1.8x/month</a:t>
                      </a:r>
                      <a:endParaRPr lang="en-IN" sz="1200">
                        <a:effectLst/>
                      </a:endParaRPr>
                    </a:p>
                  </a:txBody>
                  <a:tcPr marL="60960" marR="60960" anchor="ctr"/>
                </a:tc>
                <a:extLst>
                  <a:ext uri="{0D108BD9-81ED-4DB2-BD59-A6C34878D82A}">
                    <a16:rowId xmlns:a16="http://schemas.microsoft.com/office/drawing/2014/main" val="570782520"/>
                  </a:ext>
                </a:extLst>
              </a:tr>
              <a:tr h="260979">
                <a:tc>
                  <a:txBody>
                    <a:bodyPr/>
                    <a:lstStyle/>
                    <a:p>
                      <a:pPr fontAlgn="base" latinLnBrk="0"/>
                      <a:r>
                        <a:rPr lang="en-IN" sz="1200">
                          <a:effectLst/>
                        </a:rPr>
                        <a:t>Patient Satisfaction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IN" sz="1200">
                          <a:effectLst/>
                        </a:rPr>
                        <a:t>3.7/5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IN" sz="1200" b="0" dirty="0">
                          <a:effectLst/>
                        </a:rPr>
                        <a:t>4.2/5</a:t>
                      </a:r>
                      <a:endParaRPr lang="en-IN" sz="1200" dirty="0">
                        <a:effectLst/>
                      </a:endParaRPr>
                    </a:p>
                  </a:txBody>
                  <a:tcPr marL="60960" marR="60960" anchor="ctr"/>
                </a:tc>
                <a:extLst>
                  <a:ext uri="{0D108BD9-81ED-4DB2-BD59-A6C34878D82A}">
                    <a16:rowId xmlns:a16="http://schemas.microsoft.com/office/drawing/2014/main" val="368657176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8001C616-655D-5A17-C6B4-0CFA182BD788}"/>
              </a:ext>
            </a:extLst>
          </p:cNvPr>
          <p:cNvSpPr txBox="1"/>
          <p:nvPr/>
        </p:nvSpPr>
        <p:spPr>
          <a:xfrm>
            <a:off x="1074447" y="3997084"/>
            <a:ext cx="35073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0" i="0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fkGrotesk"/>
              </a:rPr>
              <a:t>Visual: Before/After Comparison</a:t>
            </a:r>
          </a:p>
          <a:p>
            <a:endParaRPr lang="en-IN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B9E86ED-C5B0-1354-7C3F-98D1631D26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0141853"/>
              </p:ext>
            </p:extLst>
          </p:nvPr>
        </p:nvGraphicFramePr>
        <p:xfrm>
          <a:off x="1130710" y="4400479"/>
          <a:ext cx="8252541" cy="18921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6541">
                  <a:extLst>
                    <a:ext uri="{9D8B030D-6E8A-4147-A177-3AD203B41FA5}">
                      <a16:colId xmlns:a16="http://schemas.microsoft.com/office/drawing/2014/main" val="47933268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80404729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87632838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386966372"/>
                    </a:ext>
                  </a:extLst>
                </a:gridCol>
              </a:tblGrid>
              <a:tr h="378433">
                <a:tc>
                  <a:txBody>
                    <a:bodyPr/>
                    <a:lstStyle/>
                    <a:p>
                      <a:pPr fontAlgn="t" latinLnBrk="0"/>
                      <a:r>
                        <a:rPr lang="en-IN" sz="1200" b="0" dirty="0">
                          <a:effectLst/>
                        </a:rPr>
                        <a:t>Metric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fontAlgn="t" latinLnBrk="0"/>
                      <a:r>
                        <a:rPr lang="en-IN" sz="1200" b="0" dirty="0">
                          <a:effectLst/>
                        </a:rPr>
                        <a:t>Before (Current)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fontAlgn="t" latinLnBrk="0"/>
                      <a:r>
                        <a:rPr lang="en-IN" sz="1200" b="0" dirty="0">
                          <a:effectLst/>
                        </a:rPr>
                        <a:t>After (Projected)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fontAlgn="t" latinLnBrk="0"/>
                      <a:r>
                        <a:rPr lang="en-IN" sz="1200" b="0" dirty="0">
                          <a:effectLst/>
                        </a:rPr>
                        <a:t>Improvement Indicator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1907456474"/>
                  </a:ext>
                </a:extLst>
              </a:tr>
              <a:tr h="378433">
                <a:tc>
                  <a:txBody>
                    <a:bodyPr/>
                    <a:lstStyle/>
                    <a:p>
                      <a:pPr fontAlgn="base" latinLnBrk="0"/>
                      <a:r>
                        <a:rPr lang="en-IN" sz="1200">
                          <a:effectLst/>
                        </a:rPr>
                        <a:t>Cancellation Rate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IN" sz="1200">
                          <a:effectLst/>
                        </a:rPr>
                        <a:t>24.5%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IN" sz="1200" b="0">
                          <a:effectLst/>
                        </a:rPr>
                        <a:t>&lt; 15%</a:t>
                      </a:r>
                      <a:endParaRPr lang="en-IN" sz="1200">
                        <a:effectLst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IN" sz="1200" dirty="0">
                          <a:effectLst/>
                        </a:rPr>
                        <a:t>🔻 Significant decrease</a:t>
                      </a:r>
                    </a:p>
                  </a:txBody>
                  <a:tcPr marL="60960" marR="60960" anchor="ctr"/>
                </a:tc>
                <a:extLst>
                  <a:ext uri="{0D108BD9-81ED-4DB2-BD59-A6C34878D82A}">
                    <a16:rowId xmlns:a16="http://schemas.microsoft.com/office/drawing/2014/main" val="2305862345"/>
                  </a:ext>
                </a:extLst>
              </a:tr>
              <a:tr h="378433">
                <a:tc>
                  <a:txBody>
                    <a:bodyPr/>
                    <a:lstStyle/>
                    <a:p>
                      <a:pPr fontAlgn="base" latinLnBrk="0"/>
                      <a:r>
                        <a:rPr lang="en-IN" sz="1200">
                          <a:effectLst/>
                        </a:rPr>
                        <a:t>Inventory Capital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IN" sz="1200">
                          <a:effectLst/>
                        </a:rPr>
                        <a:t>₹350,379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IN" sz="1200" b="0">
                          <a:effectLst/>
                        </a:rPr>
                        <a:t>₹275,000</a:t>
                      </a:r>
                      <a:endParaRPr lang="en-IN" sz="1200">
                        <a:effectLst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IN" sz="1200" dirty="0">
                          <a:effectLst/>
                        </a:rPr>
                        <a:t>💸 More cash available</a:t>
                      </a:r>
                    </a:p>
                  </a:txBody>
                  <a:tcPr marL="60960" marR="60960" anchor="ctr"/>
                </a:tc>
                <a:extLst>
                  <a:ext uri="{0D108BD9-81ED-4DB2-BD59-A6C34878D82A}">
                    <a16:rowId xmlns:a16="http://schemas.microsoft.com/office/drawing/2014/main" val="2432277789"/>
                  </a:ext>
                </a:extLst>
              </a:tr>
              <a:tr h="378433">
                <a:tc>
                  <a:txBody>
                    <a:bodyPr/>
                    <a:lstStyle/>
                    <a:p>
                      <a:pPr fontAlgn="base" latinLnBrk="0"/>
                      <a:r>
                        <a:rPr lang="en-IN" sz="1200">
                          <a:effectLst/>
                        </a:rPr>
                        <a:t>Lens Sales Volume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IN" sz="1200">
                          <a:effectLst/>
                        </a:rPr>
                        <a:t>Baseline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IN" sz="1200" b="0">
                          <a:effectLst/>
                        </a:rPr>
                        <a:t>+15–20%</a:t>
                      </a:r>
                      <a:endParaRPr lang="en-IN" sz="1200">
                        <a:effectLst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IN" sz="1200" dirty="0">
                          <a:effectLst/>
                        </a:rPr>
                        <a:t>📈 Higher sales</a:t>
                      </a:r>
                    </a:p>
                  </a:txBody>
                  <a:tcPr marL="60960" marR="60960" anchor="ctr"/>
                </a:tc>
                <a:extLst>
                  <a:ext uri="{0D108BD9-81ED-4DB2-BD59-A6C34878D82A}">
                    <a16:rowId xmlns:a16="http://schemas.microsoft.com/office/drawing/2014/main" val="739387572"/>
                  </a:ext>
                </a:extLst>
              </a:tr>
              <a:tr h="378433">
                <a:tc>
                  <a:txBody>
                    <a:bodyPr/>
                    <a:lstStyle/>
                    <a:p>
                      <a:pPr fontAlgn="base" latinLnBrk="0"/>
                      <a:r>
                        <a:rPr lang="en-IN" sz="1200">
                          <a:effectLst/>
                        </a:rPr>
                        <a:t>Patient Satisfaction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IN" sz="1200">
                          <a:effectLst/>
                        </a:rPr>
                        <a:t>3.7/5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IN" sz="1200" b="0">
                          <a:effectLst/>
                        </a:rPr>
                        <a:t>4.2/5</a:t>
                      </a:r>
                      <a:endParaRPr lang="en-IN" sz="1200">
                        <a:effectLst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IN" sz="1200" dirty="0">
                          <a:effectLst/>
                        </a:rPr>
                        <a:t>😀 Happier patients</a:t>
                      </a:r>
                    </a:p>
                  </a:txBody>
                  <a:tcPr marL="60960" marR="60960" anchor="ctr"/>
                </a:tc>
                <a:extLst>
                  <a:ext uri="{0D108BD9-81ED-4DB2-BD59-A6C34878D82A}">
                    <a16:rowId xmlns:a16="http://schemas.microsoft.com/office/drawing/2014/main" val="3480621095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3E427B47-45F8-97BA-2BA1-B29A4BC5B816}"/>
              </a:ext>
            </a:extLst>
          </p:cNvPr>
          <p:cNvSpPr txBox="1"/>
          <p:nvPr/>
        </p:nvSpPr>
        <p:spPr>
          <a:xfrm>
            <a:off x="11297265" y="6221821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10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5F0AE6D-07E3-D0DD-63AE-20DF98FAD2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7987" y="6429061"/>
            <a:ext cx="4336026" cy="314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383830"/>
      </p:ext>
    </p:extLst>
  </p:cSld>
  <p:clrMapOvr>
    <a:masterClrMapping/>
  </p:clrMapOvr>
</p:sld>
</file>

<file path=ppt/theme/theme1.xml><?xml version="1.0" encoding="utf-8"?>
<a:theme xmlns:a="http://schemas.openxmlformats.org/drawingml/2006/main" name="Midnight">
  <a:themeElements>
    <a:clrScheme name="Charcoal by AP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ustom 98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0F52DCD-05B4-4CFC-BCD8-49B1C5D54FC7}">
  <we:reference id="wa200005566" version="3.0.0.3" store="en-US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381</TotalTime>
  <Words>1403</Words>
  <Application>Microsoft Office PowerPoint</Application>
  <PresentationFormat>Widescreen</PresentationFormat>
  <Paragraphs>270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20" baseType="lpstr">
      <vt:lpstr>Arial</vt:lpstr>
      <vt:lpstr>berkeleyMono</vt:lpstr>
      <vt:lpstr>Calibri</vt:lpstr>
      <vt:lpstr>fkGrotesk</vt:lpstr>
      <vt:lpstr>fkGroteskNeue</vt:lpstr>
      <vt:lpstr>Quattrocento</vt:lpstr>
      <vt:lpstr>Trebuchet MS</vt:lpstr>
      <vt:lpstr>Wingdings 3</vt:lpstr>
      <vt:lpstr>Midnight</vt:lpstr>
      <vt:lpstr>Facet</vt:lpstr>
      <vt:lpstr>OPTIMIZING PRICING, APPOINTMENTS, AND INVENTORY IN AN EYE CLINIC </vt:lpstr>
      <vt:lpstr>Organization Background </vt:lpstr>
      <vt:lpstr>Problem Statement </vt:lpstr>
      <vt:lpstr>Data Collection and Methodology </vt:lpstr>
      <vt:lpstr>Results – Pricing Analysis </vt:lpstr>
      <vt:lpstr>Results – Appointment Analysis  </vt:lpstr>
      <vt:lpstr>Results – Inventory Analysis </vt:lpstr>
      <vt:lpstr> Recommendations – Pricing &amp; Appointments </vt:lpstr>
      <vt:lpstr>Recommendations – Inventory &amp; Implementation Plan </vt:lpstr>
      <vt:lpstr>Projected Outcomes &amp; 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Shriyanshi Parashari</dc:creator>
  <cp:lastModifiedBy>Shriyanshi Parashari</cp:lastModifiedBy>
  <cp:revision>2</cp:revision>
  <dcterms:created xsi:type="dcterms:W3CDTF">2025-04-20T14:42:10Z</dcterms:created>
  <dcterms:modified xsi:type="dcterms:W3CDTF">2025-04-20T21:03:49Z</dcterms:modified>
</cp:coreProperties>
</file>